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Long split-panel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LONG TITLE IN SPLIT-PANEL LAYOUT TO VALIDATE AUTOMATIC SHRINK AND SAFE SPACING BELOW THE HEADING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4263F"/>
                </a:solidFill>
                <a:latin typeface="Arial"/>
              </a:rPr>
              <a:t>AI Workbench Local — Benchmark &amp; Eval Review for Executive Stakeholders with Extended Context on Evidence, Quality and Model Selection Trade-offs</a:t>
            </a:r>
            <a:endParaRPr sz="27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459736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Long title in split-panel layout to validate automatic shrink and safe spacing below the heading block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3227832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The objective of this test is to ensure the subtitle and body stay legible and never collide with a large opening headline.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Long title split-panel test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