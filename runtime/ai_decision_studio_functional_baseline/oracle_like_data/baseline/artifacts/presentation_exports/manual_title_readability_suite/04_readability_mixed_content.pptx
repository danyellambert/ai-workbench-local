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VALIDATION OF LARGER MINIMUM BODY TEXT ACROSS BULLETS, METRICS AND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Readability Regression Test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02082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Validation of larger minimum body text across bullets, metrics and tables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06324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deck includes a few representative slides so you can inspect if supporting text is easier to read after the minimum font adjustment.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Readability regression suite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810512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Readability on compact metric cards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468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468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1079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92%</a:t>
            </a:r>
            <a:endParaRPr sz="24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1079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" y="3602736"/>
            <a:ext cx="2107948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Stable across the last controlled benchmark round</a:t>
            </a:r>
            <a:endParaRPr sz="1000" b="0" i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695" y="4389120"/>
            <a:ext cx="21079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8B5B"/>
                </a:solidFill>
                <a:latin typeface="Arial"/>
              </a:rPr>
              <a:t>+4 pts</a:t>
            </a:r>
            <a:endParaRPr sz="1000" b="1" i="0"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61844" y="2212848"/>
            <a:ext cx="2423079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1844" y="2212848"/>
            <a:ext cx="242307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1300" y="2432304"/>
            <a:ext cx="1984167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0.82</a:t>
            </a:r>
            <a:endParaRPr sz="2400" b="1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81300" y="3017520"/>
            <a:ext cx="1984167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Grounding confidence</a:t>
            </a:r>
            <a:endParaRPr sz="12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81300" y="3602736"/>
            <a:ext cx="1984167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Evidence-backed result quality remains strong</a:t>
            </a:r>
            <a:endParaRPr sz="10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81300" y="4389120"/>
            <a:ext cx="19841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8B5B"/>
                </a:solidFill>
                <a:latin typeface="Arial"/>
              </a:rPr>
              <a:t>upward</a:t>
            </a:r>
            <a:endParaRPr sz="1000" b="1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22667" y="2212848"/>
            <a:ext cx="2461934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667" y="2212848"/>
            <a:ext cx="246193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2123" y="2432304"/>
            <a:ext cx="2023022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7</a:t>
            </a:r>
            <a:endParaRPr sz="24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2123" y="3017520"/>
            <a:ext cx="2023022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Candidate models</a:t>
            </a:r>
            <a:endParaRPr sz="12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2123" y="3602736"/>
            <a:ext cx="2023022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Models compared in the active benchmark slice</a:t>
            </a:r>
            <a:endParaRPr sz="10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2123" y="4389120"/>
            <a:ext cx="202302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8B5B"/>
                </a:solidFill>
                <a:latin typeface="Arial"/>
              </a:rPr>
              <a:t>flat</a:t>
            </a:r>
            <a:endParaRPr sz="1000" b="1" i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22345" y="2212848"/>
            <a:ext cx="2461934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2345" y="2212848"/>
            <a:ext cx="24619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1801" y="2432304"/>
            <a:ext cx="2023022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3.1s</a:t>
            </a:r>
            <a:endParaRPr sz="2400" b="1" i="0"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1801" y="3017520"/>
            <a:ext cx="2023022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Avg latency</a:t>
            </a:r>
            <a:endParaRPr sz="1200" b="1" i="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1801" y="3602736"/>
            <a:ext cx="2023022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Median end-to-end response including extraction and synthesis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1801" y="4389120"/>
            <a:ext cx="202302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8B5B"/>
                </a:solidFill>
                <a:latin typeface="Arial"/>
              </a:rPr>
              <a:t>-0.4s</a:t>
            </a:r>
            <a:endParaRPr sz="1000" b="1" i="0"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Readability regression suite  •  2026-04-05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Key takeaways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1664208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Body and bullet size sanity check</a:t>
            </a:r>
            <a:endParaRPr sz="13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6263640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slide helps verify whether the supporting copy remains readable at normal viewing distance without becoming visually cramped.</a:t>
            </a:r>
            <a:endParaRPr sz="1500" b="0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3666744"/>
            <a:ext cx="6263640" cy="1545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Titles should dominate hierarchy, but body and bullets must remain comfortable to read.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Longer bullets should still keep a reasonable minimum size after fitting.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The goal is better readability without reintroducing overflow or overlap problems.</a:t>
            </a:r>
            <a:endParaRPr sz="14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1" y="1216152"/>
            <a:ext cx="35112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Body and bullet size sanity check</a:t>
            </a:r>
            <a:endParaRPr sz="10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16951" y="1527048"/>
            <a:ext cx="3511296" cy="1947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This slide helps verify whether the supporting copy remains readable at normal viewing distance without becoming visually cramped.</a:t>
            </a:r>
            <a:endParaRPr sz="1400" b="0" i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6951" y="3565744"/>
            <a:ext cx="3511296" cy="16646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Longer bullets should still keep a reasonable minimum size after fitting.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The goal is better readability without reintroducing overflow or overlap problems.</a:t>
            </a:r>
            <a:endParaRPr sz="1400" b="0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Readability regression suite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review table</a:t>
            </a:r>
            <a:endParaRPr sz="2800" b="1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810512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Table readability spot check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59" y="1920240"/>
            <a:ext cx="34085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984248"/>
            <a:ext cx="32805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63446" y="1920240"/>
            <a:ext cx="322083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7454" y="1984248"/>
            <a:ext cx="309281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Validate benchmark evidence against final selection memo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09159" y="2450592"/>
            <a:ext cx="34085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514600"/>
            <a:ext cx="32805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AI Engineering</a:t>
            </a:r>
            <a:endParaRPr sz="1000" b="0" i="0"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63446" y="2450592"/>
            <a:ext cx="322083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7454" y="2514600"/>
            <a:ext cx="309281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Review human sign-off gates before rollout</a:t>
            </a:r>
            <a:endParaRPr sz="10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09159" y="3114080"/>
            <a:ext cx="34085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178088"/>
            <a:ext cx="32805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Product / Ops</a:t>
            </a:r>
            <a:endParaRPr sz="1000" b="0" i="0"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63446" y="3114080"/>
            <a:ext cx="322083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7454" y="3178088"/>
            <a:ext cx="309281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777569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841577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Publish presentation export examples for portfolio use</a:t>
            </a:r>
            <a:endParaRPr sz="1000" b="0" i="0"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709159" y="3777569"/>
            <a:ext cx="34085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841577"/>
            <a:ext cx="32805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Founder</a:t>
            </a:r>
            <a:endParaRPr sz="1000" b="0" i="0"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63446" y="3777569"/>
            <a:ext cx="322083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7454" y="3841577"/>
            <a:ext cx="309281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Readability regression suite  •  2026-04-05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