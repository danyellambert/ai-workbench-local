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highlights gaps in evidence readiness for control closure, requiring archival or verification of pending items to meet compliance standards, while the Privileged Account Approval Email reflects a formally approved, governance-controlled access arrangement with strict operational conditions and ongoing oversight requirements.
- Access Review Evidence Log indicates pending evidence items that may delay control closure; Privileged Account Approval Email confirms active, approved access with defined controls.  
- Evidence in the log must meet ownership, date, and linkage criteria; the email specifies scoping, logging, and quarterly review conditions for access.  
- The log is synthetic and intended for testing; the email reflects real governance with revalidation upon personnel changes.  
- Control closure in the log depends on resolving evidence gaps; the email’s access is conditionally maintained under strict governance.  
- The log emphasizes compliance through evidence completeness; the email emphasizes accountability through conditional approval and recertification.  
- One addresses evidence readiness for audit closure; the other addresses governance of persistent privileged access.</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highlights gaps in evidence readiness for co…</a:t>
            </a:r>
            <a:endParaRPr sz="1000" b="0" i="0">
              <a:latin typeface="Arial"/>
            </a:endParaRPr>
          </a:p>
          <a:p>
            <a:pPr algn="l">
              <a:lnSpc>
                <a:spcPct val="100000"/>
              </a:lnSpc>
              <a:spcAft>
                <a:spcPts val="300"/>
              </a:spcAft>
            </a:pPr>
            <a:r>
              <a:rPr sz="900" b="0" i="0">
                <a:solidFill>
                  <a:srgbClr val="203247"/>
                </a:solidFill>
                <a:latin typeface="Arial"/>
              </a:rPr>
              <a:t>• Access Review Evidence Log indicates pending evidence items that may delay…</a:t>
            </a:r>
            <a:endParaRPr sz="1000" b="0" i="0">
              <a:latin typeface="Arial"/>
            </a:endParaRPr>
          </a:p>
          <a:p>
            <a:pPr algn="l">
              <a:lnSpc>
                <a:spcPct val="100000"/>
              </a:lnSpc>
              <a:spcAft>
                <a:spcPts val="300"/>
              </a:spcAft>
            </a:pPr>
            <a:r>
              <a:rPr sz="900" b="0" i="0">
                <a:solidFill>
                  <a:srgbClr val="203247"/>
                </a:solidFill>
                <a:latin typeface="Arial"/>
              </a:rPr>
              <a:t>• Evidence in the log must meet ownership, date, and linkage criteria; the em…</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Critical evidence items are pending archival or verification, which could delay control closure. | The synthetic nature…</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approval is conditional and tied to operational controls, indicating a governance-focused approach rather than blan…</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highlights gaps in…</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the Q1 2024 Northwin…</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indicates pending evidence items…</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the Q1 2024 Northwin…</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in the log must meet ownership, date,…</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the Q1 2024 Northwin…</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log is synthetic and intended for testing;…</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nature of the document indicates it is intended for testing rather…</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Control closure in the log depends on resolving…</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the Q1 2024 Northwin…</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log emphasizes compliance through evidence completeness; the…</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the Q1 2024 Northwin…</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