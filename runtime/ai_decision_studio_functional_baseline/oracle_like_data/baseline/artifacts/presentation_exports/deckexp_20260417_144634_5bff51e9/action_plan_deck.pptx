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action_plan_deck. Deck family: action_plan. Sources: evidenceops_action_store.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Short executive framing for the backlog state and required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as execution workstreams.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Condensed execution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versus mitigation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5258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3 open action(s) remain in the backlog and require owner assignment plus execution sequencing before closure.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2538" y="1865376"/>
            <a:ext cx="3871741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2538" y="1865376"/>
            <a:ext cx="387174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50282" y="2103120"/>
            <a:ext cx="339625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50282" y="2432303"/>
            <a:ext cx="3396253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3 total actions are tracked in this backlog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There are open actions without a defined owner.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249929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249929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11017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11017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owners to the 3 open action(s)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11017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47210" y="2331720"/>
            <a:ext cx="3307080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7210" y="2331720"/>
            <a:ext cx="330708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6666" y="2551176"/>
            <a:ext cx="28681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66666" y="2971800"/>
            <a:ext cx="2868168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Validate cited evidence before acting on the backlog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66666" y="4608576"/>
            <a:ext cx="286816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74330" y="2331720"/>
            <a:ext cx="3409950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4330" y="2331720"/>
            <a:ext cx="340995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786" y="2551176"/>
            <a:ext cx="297103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Execution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93786" y="2971800"/>
            <a:ext cx="2971038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There are open actions without a defined owner.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93786" y="4608576"/>
            <a:ext cx="297103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Risk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8862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09159" y="1920240"/>
            <a:ext cx="33147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1984248"/>
            <a:ext cx="31866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69579" y="1920240"/>
            <a:ext cx="33147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3588" y="1984248"/>
            <a:ext cx="31866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Encaminhe o resultado para revisão humana a…</a:t>
            </a:r>
            <a:endParaRPr sz="10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09159" y="2450592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514600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Unassigned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69579" y="2450592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3588" y="2514600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Recommended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114080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78088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Abra os trechos-fonte citados para confirma…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709159" y="3114080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3178088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Unassigned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69579" y="3114080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3588" y="3178088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Recommended</a:t>
            </a:r>
            <a:endParaRPr sz="10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63475" y="2084831"/>
            <a:ext cx="7234569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53747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37247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37247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3724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297013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297013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Assign owners to the 3 open action(s)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71031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9167" y="1783080"/>
            <a:ext cx="342318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69167" y="2331720"/>
            <a:ext cx="342318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9167" y="2331720"/>
            <a:ext cx="342318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0335" y="2532888"/>
            <a:ext cx="302084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0335" y="2916936"/>
            <a:ext cx="302084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Validate cited evidence before acting on the backlog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88316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1808" y="1783080"/>
            <a:ext cx="337247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11808" y="2331720"/>
            <a:ext cx="337247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1808" y="2331720"/>
            <a:ext cx="33724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2976" y="2532888"/>
            <a:ext cx="297013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12976" y="2916936"/>
            <a:ext cx="297013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Close the human-review gate before final decision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1814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44266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442660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There are open actions without a defined owner.</a:t>
            </a:r>
            <a:endParaRPr sz="15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87996" y="2029968"/>
            <a:ext cx="539628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799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25740" y="2267712"/>
            <a:ext cx="49207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25740" y="2706624"/>
            <a:ext cx="4920795" cy="132671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owners, validate evidence and close the human-review gate before execution.</a:t>
            </a:r>
            <a:endParaRPr sz="15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25740" y="4088205"/>
            <a:ext cx="4920795" cy="9592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Assign owners to the 3 open action(s)</a:t>
            </a:r>
            <a:endParaRPr sz="11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