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2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2 action(s) include owner, due date or status context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 the appendix for full task wording and source traceability.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68071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680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2915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29159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email with Q1 access-review evidence p…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2915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5351" y="2331720"/>
            <a:ext cx="3223592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5351" y="2331720"/>
            <a:ext cx="322359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4807" y="2551176"/>
            <a:ext cx="27846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4807" y="2971800"/>
            <a:ext cx="2784680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 changes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4807" y="4608576"/>
            <a:ext cx="2784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Compliance Operations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8984" y="2331720"/>
            <a:ext cx="337529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8984" y="2331720"/>
            <a:ext cx="337529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8440" y="2551176"/>
            <a:ext cx="293638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8440" y="2971800"/>
            <a:ext cx="293638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Backlog requires evidence closure and sequence confirmation before close-out.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8440" y="4608576"/>
            <a:ext cx="29363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2232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943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5285" y="1920240"/>
            <a:ext cx="264298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9293" y="1984248"/>
            <a:ext cx="251496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33989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997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1994" y="1920240"/>
            <a:ext cx="25022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6002" y="1984248"/>
            <a:ext cx="23742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5285" y="2450592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9293" y="2514600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3989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997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1994" y="2450592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6002" y="2514600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2232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9430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5285" y="3114080"/>
            <a:ext cx="26429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9293" y="3178088"/>
            <a:ext cx="25149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33989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7997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1994" y="3114080"/>
            <a:ext cx="25022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6002" y="3178088"/>
            <a:ext cx="23742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423963" y="2084831"/>
            <a:ext cx="54132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314235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29344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29344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29344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489111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489111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email with Q1 access-review evidence p…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727483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0142" y="1783080"/>
            <a:ext cx="5094137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90142" y="2331720"/>
            <a:ext cx="5094137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0142" y="2331720"/>
            <a:ext cx="509413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1310" y="2532888"/>
            <a:ext cx="4691801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1310" y="2916936"/>
            <a:ext cx="4691801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current run.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