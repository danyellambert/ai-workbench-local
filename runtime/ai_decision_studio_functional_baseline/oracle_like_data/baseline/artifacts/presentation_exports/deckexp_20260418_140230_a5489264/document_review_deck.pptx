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2 gap(s) and 3 mitigation action(s) identified. Top risk: Missing evidence blocks control closure until provenance is verified Main evidence gap: Owner for missing evidence verification not explicitly named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evidence blocks control closure until provenance is verified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In-progress items may remain unresolved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Owner for missing evidence verification not explicitly named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4952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2151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72487" y="1920240"/>
            <a:ext cx="316796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6495" y="1984248"/>
            <a:ext cx="303994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86170" y="1920240"/>
            <a:ext cx="272290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0178" y="1984248"/>
            <a:ext cx="259488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54792" y="1920240"/>
            <a:ext cx="21294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18800" y="1984248"/>
            <a:ext cx="20014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495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215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72487" y="2450592"/>
            <a:ext cx="31679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6495" y="2514600"/>
            <a:ext cx="30399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 until…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86170" y="2450592"/>
            <a:ext cx="27229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0178" y="2514600"/>
            <a:ext cx="25948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54792" y="2450592"/>
            <a:ext cx="21294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8800" y="2514600"/>
            <a:ext cx="20014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495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215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72487" y="3114080"/>
            <a:ext cx="31679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6495" y="3178088"/>
            <a:ext cx="30399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may remain unresolved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86170" y="3114080"/>
            <a:ext cx="27229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178" y="3178088"/>
            <a:ext cx="25948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54792" y="3114080"/>
            <a:ext cx="21294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8800" y="3178088"/>
            <a:ext cx="20014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495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215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272487" y="3777569"/>
            <a:ext cx="31679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6495" y="3841577"/>
            <a:ext cx="30399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Owner for missing evidence verification not e…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86170" y="3777569"/>
            <a:ext cx="27229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0178" y="3841577"/>
            <a:ext cx="25948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54792" y="3777569"/>
            <a:ext cx="21294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8800" y="3841577"/>
            <a:ext cx="20014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4952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2151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72487" y="4441057"/>
            <a:ext cx="31679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6495" y="4505065"/>
            <a:ext cx="30399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Exact due date for missing evidence verificat…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86170" y="4441057"/>
            <a:ext cx="272290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0178" y="4505065"/>
            <a:ext cx="259488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54792" y="4441057"/>
            <a:ext cx="21294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8800" y="4505065"/>
            <a:ext cx="20014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645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365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87558" y="1920240"/>
            <a:ext cx="24507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1566" y="1984248"/>
            <a:ext cx="23227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84010" y="1920240"/>
            <a:ext cx="22772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8018" y="1984248"/>
            <a:ext cx="21492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7005" y="1920240"/>
            <a:ext cx="22772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013" y="1984248"/>
            <a:ext cx="21492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645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3365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87558" y="2450592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566" y="2514600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Platform team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84010" y="2450592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018" y="2514600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Friday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7005" y="2450592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013" y="2514600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645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3365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87558" y="3114080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1566" y="3178088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84010" y="3114080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018" y="3178088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7005" y="3114080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013" y="3178088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645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3365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Confirm receipt of all required evidence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87558" y="3777569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1566" y="3841577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84010" y="3777569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8018" y="3841577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07005" y="3777569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013" y="3841577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3322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5773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57733" cy="123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5690"/>
            <a:ext cx="4657733" cy="105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3069" y="2029968"/>
            <a:ext cx="518121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3069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0813" y="2267712"/>
            <a:ext cx="470572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0813" y="2706624"/>
            <a:ext cx="4705722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Owner for missing evidence verification not explicitly named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0813" y="4005872"/>
            <a:ext cx="4705722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Exact due date for missing evidence verification not provided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Confirm receipt of all required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Confirm receipt of all required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