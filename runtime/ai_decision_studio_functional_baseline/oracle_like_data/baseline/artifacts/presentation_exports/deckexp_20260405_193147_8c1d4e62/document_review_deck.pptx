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Findings grounded no payload estruturado/document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Document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Executive review of the latest grounded document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229465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 política revisada introduz novas obrigações operacionais e ainda pede validação jurídica final.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2465" y="1920240"/>
            <a:ext cx="4057534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26745" y="1865376"/>
            <a:ext cx="4057534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26745" y="1865376"/>
            <a:ext cx="4057534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4489" y="2103120"/>
            <a:ext cx="358204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4489" y="2432303"/>
            <a:ext cx="3582046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Aprovação formal agora é mandatória.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Ainda falta owner explícito do controle 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50916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Source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9864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4144" y="2212848"/>
            <a:ext cx="2437743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212848"/>
            <a:ext cx="2437743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0839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5119" y="2212848"/>
            <a:ext cx="25091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Needs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Top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2653214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653214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252519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1894" y="1975104"/>
            <a:ext cx="2898888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6174" y="1920240"/>
            <a:ext cx="2898888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0182" y="1984248"/>
            <a:ext cx="27708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6502" y="1975104"/>
            <a:ext cx="2584602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0782" y="1920240"/>
            <a:ext cx="2584602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790" y="1984248"/>
            <a:ext cx="245658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6825" y="1975104"/>
            <a:ext cx="2333174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51105" y="1920240"/>
            <a:ext cx="2333174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5113" y="1984248"/>
            <a:ext cx="220515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2653214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2653214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2525198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1894" y="2505456"/>
            <a:ext cx="2898888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6174" y="2450592"/>
            <a:ext cx="2898888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0182" y="2514600"/>
            <a:ext cx="2770872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Owner não definido para o controle anual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6502" y="2505456"/>
            <a:ext cx="2584602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20782" y="2450592"/>
            <a:ext cx="2584602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4790" y="2514600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Policy 2026 / page 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6825" y="2505456"/>
            <a:ext cx="2333174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1105" y="2450592"/>
            <a:ext cx="2333174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5113" y="2514600"/>
            <a:ext cx="2205158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168944"/>
            <a:ext cx="2653214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3114080"/>
            <a:ext cx="2653214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3178088"/>
            <a:ext cx="2525198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1894" y="3168944"/>
            <a:ext cx="2898888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76174" y="3114080"/>
            <a:ext cx="2898888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0182" y="3178088"/>
            <a:ext cx="2770872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Legal sign-off still missing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66502" y="3168944"/>
            <a:ext cx="2584602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20782" y="3114080"/>
            <a:ext cx="2584602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4790" y="3178088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-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6825" y="3168944"/>
            <a:ext cx="2333174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51105" y="3114080"/>
            <a:ext cx="2333174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15113" y="3178088"/>
            <a:ext cx="2205158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3073223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073223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294520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41903" y="1975104"/>
            <a:ext cx="2465552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96183" y="1920240"/>
            <a:ext cx="2465552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191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3175" y="1975104"/>
            <a:ext cx="2465552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7455" y="1920240"/>
            <a:ext cx="2465552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1463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Due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4447" y="1975104"/>
            <a:ext cx="2465552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18727" y="1920240"/>
            <a:ext cx="2465552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2735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3073223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3073223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2945207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Definir owner do controle anual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41903" y="2505456"/>
            <a:ext cx="2465552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96183" y="2450592"/>
            <a:ext cx="2465552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0191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53175" y="2505456"/>
            <a:ext cx="2465552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7455" y="2450592"/>
            <a:ext cx="2465552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1463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2026-04-10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4447" y="2505456"/>
            <a:ext cx="2465552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8727" y="2450592"/>
            <a:ext cx="2465552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2735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337166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337166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286000"/>
            <a:ext cx="4861678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34056"/>
            <a:ext cx="4861678" cy="1208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Definir owner do controle 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3997516"/>
            <a:ext cx="4861678" cy="1068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Definir owner do controle anual.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2734" y="2103120"/>
            <a:ext cx="4977265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7014" y="2048256"/>
            <a:ext cx="4977265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7014" y="2048256"/>
            <a:ext cx="73152" cy="3255264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758" y="2286000"/>
            <a:ext cx="4501777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Watchouts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758" y="2734056"/>
            <a:ext cx="4501777" cy="125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Legal sign-off still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758" y="4039432"/>
            <a:ext cx="4501777" cy="102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Final legal validation is still 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• Definir owner do controle anual.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Definir owner do controle anual.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Document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