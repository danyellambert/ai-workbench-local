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Export kind: evidence_pack_deck. Deck family: evidence_audit. Sources: evidenceops_worklog,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Reframed summary for audit / evidence executive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Risk versus mitigation framing for the evidence pack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AUDIT / COMPLIANCE EXECUTIVE HANDOFF GROUNDED IN EVIDENCEOPS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263F"/>
                </a:solidFill>
                <a:latin typeface="Aptos"/>
              </a:rPr>
              <a:t>AI Workbench Local — Evidence Pack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88B"/>
                </a:solidFill>
                <a:latin typeface="Aptos"/>
              </a:rPr>
              <a:t>Audit / compliance executive handoff grounded in EvidenceOps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14984"/>
            <a:ext cx="3291840" cy="42519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01 / 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135962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Risk gap review surfaced 1 key finding(s), 3 open action(s) and a live human-review requirement for this audit slice.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51530" y="1920240"/>
            <a:ext cx="4178469" cy="2999232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5810" y="1865376"/>
            <a:ext cx="4178469" cy="2999232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5810" y="1865376"/>
            <a:ext cx="4178469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43554" y="2103120"/>
            <a:ext cx="370298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3554" y="2432303"/>
            <a:ext cx="3702981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1 grounded finding(s) in the current review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3 open follow-up action(s) remain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02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67712"/>
            <a:ext cx="2421238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421238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421238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1942" y="2267712"/>
            <a:ext cx="2490856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6222" y="2212848"/>
            <a:ext cx="2490856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6222" y="2212848"/>
            <a:ext cx="2490856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5678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5678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Action 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543" y="2267712"/>
            <a:ext cx="2490856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4823" y="2212848"/>
            <a:ext cx="2490856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4823" y="2212848"/>
            <a:ext cx="2490856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42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42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Open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9143" y="2267712"/>
            <a:ext cx="2490856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93423" y="2212848"/>
            <a:ext cx="2490856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93423" y="2212848"/>
            <a:ext cx="2490856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28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28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Unique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975104"/>
            <a:ext cx="493776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40280" y="1920240"/>
            <a:ext cx="493776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1984248"/>
            <a:ext cx="48097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75104"/>
            <a:ext cx="41605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1920240"/>
            <a:ext cx="41605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7768" y="1984248"/>
            <a:ext cx="40325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2505456"/>
            <a:ext cx="493776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40280" y="2450592"/>
            <a:ext cx="493776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04288" y="2514600"/>
            <a:ext cx="480974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No owner is named for the migration 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2505456"/>
            <a:ext cx="41605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23760" y="2450592"/>
            <a:ext cx="41605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2514600"/>
            <a:ext cx="40325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04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Action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493776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493776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48097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4728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7768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05456"/>
            <a:ext cx="493776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493776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14600"/>
            <a:ext cx="480974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Encaminhe o resultado para revisão humana 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6072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728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Unassigned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2376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Recommended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215761"/>
            <a:ext cx="493776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160897"/>
            <a:ext cx="493776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224905"/>
            <a:ext cx="480974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Abra os trechos-fonte citados para confirma…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215761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60720" y="3160897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4728" y="3224905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Unassigned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3215761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23760" y="3160897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7768" y="3224905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Recommended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05 / 07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Risks vs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034875" cy="340156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5034875" cy="340156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73152" cy="3401568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267712"/>
            <a:ext cx="4595963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Risks / watchouts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715768"/>
            <a:ext cx="4595963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No owner is named for the migration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4160520"/>
            <a:ext cx="4595963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Open actions still lack named owners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3867" y="2103120"/>
            <a:ext cx="5316132" cy="340156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68147" y="2048256"/>
            <a:ext cx="5316132" cy="340156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68147" y="2048256"/>
            <a:ext cx="73152" cy="3401568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7603" y="2267712"/>
            <a:ext cx="48772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Mitigations /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7603" y="2715768"/>
            <a:ext cx="4877220" cy="14428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Assign an owner, validate evidence and confirm human sign-off before externalizing the pack.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7603" y="4213467"/>
            <a:ext cx="4877220" cy="1016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Assign an owner to the missing migration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06 / 07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• Assign an owner to the missing migration task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• Validate source snippets before external handoff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• Keep human review active until evidence closure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014984"/>
            <a:ext cx="4023360" cy="45262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Assign an owner to the missing migration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263F"/>
                </a:solidFill>
                <a:latin typeface="Aptos"/>
              </a:rPr>
              <a:t>• Validate source snippets before external handoff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263F"/>
                </a:solidFill>
                <a:latin typeface="Aptos"/>
              </a:rPr>
              <a:t>• Keep human review active until evidence 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07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