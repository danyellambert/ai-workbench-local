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2026-04-18</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1100" b="0" i="0">
                <a:solidFill>
                  <a:srgbClr val="203247"/>
                </a:solidFill>
                <a:latin typeface="Arial"/>
              </a:rPr>
              <a:t>The Access Review Evidence Log (EVD-101) is a structured register that enforces strict provenance and archival requirements for vendor control evidence, directly impacting control closure timelines and compliance posture through status tracking (Received, Missing, In progress). In contrast, the Privileged Account Approval Email outlines a conditional, time-bound access approval contingent on strict usage controls, logging compliance, quarterly review, and vendor confirmation, with revalidation triggered by personnel changes.  
- EVD-101 is a synthetic, structured register for tracking evidence validity; the approval email is a conditional governance directive tied to specific operational controls.  
- EVD-101 requires evidence to be verified and archived to close controls; the approval email mandates logging, recertification, and vendor oversight for ongoing access.  
- EVD-101 status tracking (Received, Missing, In progress) directly determines control closure; the approval email requires quarterly review and revalidation upon personnel changes.  
- EVD-101 enforces archival provenance for evidence; the approval email emphasizes accountability through usage logging and vendor confirmation.  
- EVD-101 is a Q1 2024 compliance tool for evidence management; the approval email is a standing governance mechanism for privileged access.  
- EVD-101 blocks control closure until evidence is confirmed; the approval email requires revalidation if personnel change, not evidence gaps.</a:t>
            </a:r>
            <a:endParaRPr sz="11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The Access Review Evidence Log (EVD-101) is a structured register that enfo…</a:t>
            </a:r>
            <a:endParaRPr sz="1000" b="0" i="0">
              <a:latin typeface="Arial"/>
            </a:endParaRPr>
          </a:p>
          <a:p>
            <a:pPr algn="l">
              <a:lnSpc>
                <a:spcPct val="100000"/>
              </a:lnSpc>
              <a:spcAft>
                <a:spcPts val="300"/>
              </a:spcAft>
            </a:pPr>
            <a:r>
              <a:rPr sz="900" b="0" i="0">
                <a:solidFill>
                  <a:srgbClr val="203247"/>
                </a:solidFill>
                <a:latin typeface="Arial"/>
              </a:rPr>
              <a:t>• EVD-101 is a synthetic, structured register for tracking evidence validity;…</a:t>
            </a:r>
            <a:endParaRPr sz="1000" b="0" i="0">
              <a:latin typeface="Arial"/>
            </a:endParaRPr>
          </a:p>
          <a:p>
            <a:pPr algn="l">
              <a:lnSpc>
                <a:spcPct val="100000"/>
              </a:lnSpc>
              <a:spcAft>
                <a:spcPts val="300"/>
              </a:spcAft>
            </a:pPr>
            <a:r>
              <a:rPr sz="900" b="0" i="0">
                <a:solidFill>
                  <a:srgbClr val="203247"/>
                </a:solidFill>
                <a:latin typeface="Arial"/>
              </a:rPr>
              <a:t>• EVD-101 requires evidence to be verified and archived to close controls; th…</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Access Review Evidence Log.pdf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The register enforces strict provenance and archival requirements for evidence to be considered valid. | Status trackin…</a:t>
            </a:r>
            <a:endParaRPr sz="7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Privileged Account Approval Email.pdf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Privileged Account Approval Email.pdf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The approval is conditional and time-bound, tied to specific operational and compliance requirements. | Governance cont…</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The Access Review Evidence Log (EVD-101) is a…</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is a synthetic, structured register used…</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is a synthetic, structured register for tracking…</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is a synthetic, structured register used…</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requires evidence to be verified and archived…</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is a synthetic, structured register used…</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status tracking (Received, Missing, In progress) directly…</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Status tracking (Received, Missing, In progress) directly impacts control closure…</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enforces archival provenance for evidence; the approval…</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register enforces strict provenance and archival requirements for evidence to…</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EVD-101 is a Q1 2024 compliance tool for…</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Access Review Evidence Log.pdf (pdf), Privileged Account Approval Email.pdf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Access Review Evidence Log.pdf (pdf): The Access Review Evidence Log (EVD-101) is a synthetic, structured register used…</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551932"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5076444"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5076444"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5076444"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621780" y="2029968"/>
            <a:ext cx="4762500"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621780"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9524" y="2267712"/>
            <a:ext cx="4287012"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859524" y="2706624"/>
            <a:ext cx="4287012" cy="1481328"/>
          </a:xfrm>
          <a:prstGeom prst="rect">
            <a:avLst/>
          </a:prstGeom>
          <a:noFill/>
        </p:spPr>
        <p:txBody>
          <a:bodyPr wrap="square" anchor="t" lIns="0" rIns="0" tIns="0" bIns="0">
            <a:noAutofit/>
          </a:bodyPr>
          <a:lstStyle/>
          <a:p>
            <a:pPr algn="l">
              <a:spcAft>
                <a:spcPts val="0"/>
              </a:spcAft>
            </a:pPr>
            <a:r>
              <a:rPr sz="1500" b="0" i="0">
                <a:solidFill>
                  <a:srgbClr val="203247"/>
                </a:solidFill>
                <a:latin typeface="Arial"/>
              </a:rPr>
              <a:t>No critical watchouts recorded for this slice.</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2026-04-18</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