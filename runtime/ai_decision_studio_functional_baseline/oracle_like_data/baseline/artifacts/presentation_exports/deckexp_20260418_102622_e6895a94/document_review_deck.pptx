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3846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3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1126" y="1865376"/>
            <a:ext cx="3893153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1126" y="1865376"/>
            <a:ext cx="389315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8870" y="2103120"/>
            <a:ext cx="34176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8870" y="2432303"/>
            <a:ext cx="3417665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not be verified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5122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2320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74182" y="1920240"/>
            <a:ext cx="275622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190" y="1984248"/>
            <a:ext cx="262821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6132" y="1920240"/>
            <a:ext cx="293124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0140" y="1984248"/>
            <a:ext cx="280322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53097" y="1920240"/>
            <a:ext cx="223118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05" y="1984248"/>
            <a:ext cx="210316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512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232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74182" y="2450592"/>
            <a:ext cx="275622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90" y="2514600"/>
            <a:ext cx="262821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6132" y="2450592"/>
            <a:ext cx="293124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140" y="2514600"/>
            <a:ext cx="280322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53097" y="2450592"/>
            <a:ext cx="22311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05" y="2514600"/>
            <a:ext cx="21031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512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232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74182" y="3114080"/>
            <a:ext cx="275622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90" y="3178088"/>
            <a:ext cx="262821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not be verified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6132" y="3114080"/>
            <a:ext cx="293124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140" y="3178088"/>
            <a:ext cx="280322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53097" y="3114080"/>
            <a:ext cx="22311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05" y="3178088"/>
            <a:ext cx="21031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6641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383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89372" y="1920240"/>
            <a:ext cx="237409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3380" y="1984248"/>
            <a:ext cx="224607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09185" y="1920240"/>
            <a:ext cx="23146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73193" y="1984248"/>
            <a:ext cx="21866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69592" y="1920240"/>
            <a:ext cx="23146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3600" y="1984248"/>
            <a:ext cx="21866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46641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33839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89372" y="2450592"/>
            <a:ext cx="23740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3380" y="2514600"/>
            <a:ext cx="22460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09185" y="2450592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3193" y="2514600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69592" y="2450592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3600" y="2514600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46641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33839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89372" y="3114080"/>
            <a:ext cx="23740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3380" y="3178088"/>
            <a:ext cx="22460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09185" y="3114080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3193" y="3178088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69592" y="3114080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3600" y="3178088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46641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33839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verification of all evidence items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89372" y="3777569"/>
            <a:ext cx="23740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3380" y="3841577"/>
            <a:ext cx="22460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09185" y="3777569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3193" y="3841577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69592" y="3777569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3600" y="3841577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verification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verification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