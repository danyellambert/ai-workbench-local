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benchmark_eval_executive_deck. Sources: phase7_model_comparison_log, phase8_eval_store.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Resumo executivo consolidado a partir dos agregados de benchmark/eval.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Métricas executivas consolidadas para leitura rápida.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Leaderboard agregado de modelos para o slice benchmark/eval.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Suites de eval ordenadas por qualidade agregada.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Comparação entre decisão recomendada e pontos de atenção operacionais.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Próximos passos sugeridos para o próximo slice da integração.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RESUMO EXECUTIVO DA RODADA ATUAL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8412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4263F"/>
                </a:solidFill>
                <a:latin typeface="Arial"/>
              </a:rPr>
              <a:t>AI Workbench Local — Benchmark &amp; Eval Review</a:t>
            </a:r>
            <a:endParaRPr sz="34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020824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Resumo executivo da rodada atual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8412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31422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17 candidatos foram consolidados no benchmark, com success rate médio de 100% e liderança atual de nemotron-3-super:cloud. A camada de eval registrou 168 runs, com PASS rate de 57.1% e needs review de 1.8%.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28702" y="1865376"/>
            <a:ext cx="3855577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8702" y="1865376"/>
            <a:ext cx="3855577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66446" y="2103120"/>
            <a:ext cx="33800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66446" y="2432303"/>
            <a:ext cx="3380089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Top benchmark candidate atual: nemotron-3-super:cloud.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Benchmark success rate agregado em 100%.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Use-case fit médio de benchmark em 99.7%.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8412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Benchmark and eval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458551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45855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17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Benchmark candidates</a:t>
            </a:r>
            <a:endParaRPr sz="1200" b="1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6695" y="3602736"/>
            <a:ext cx="2019639" cy="10607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Top model: nemotron-3-super:cloud</a:t>
            </a:r>
            <a:endParaRPr sz="10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73535" y="2212848"/>
            <a:ext cx="2458551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3535" y="2212848"/>
            <a:ext cx="245855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2991" y="2432304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100%</a:t>
            </a:r>
            <a:endParaRPr sz="24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92991" y="3017520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Benchmark success</a:t>
            </a:r>
            <a:endParaRPr sz="1200" b="1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92991" y="3602736"/>
            <a:ext cx="2019639" cy="10607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Avg latency: 3.99s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69831" y="2212848"/>
            <a:ext cx="2458551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9831" y="2212848"/>
            <a:ext cx="245855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9287" y="2432304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168</a:t>
            </a:r>
            <a:endParaRPr sz="2400" b="1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89287" y="3017520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Eval runs</a:t>
            </a:r>
            <a:endParaRPr sz="1200" b="1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89287" y="3602736"/>
            <a:ext cx="2019639" cy="10607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Top suite: langgraph_workflow_eval</a:t>
            </a:r>
            <a:endParaRPr sz="1000" b="0" i="0"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866127" y="2212848"/>
            <a:ext cx="2518152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6127" y="2212848"/>
            <a:ext cx="2518152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5583" y="2432304"/>
            <a:ext cx="207924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57.1%</a:t>
            </a:r>
            <a:endParaRPr sz="2400" b="1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85583" y="3017520"/>
            <a:ext cx="207924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Eval PASS rate</a:t>
            </a:r>
            <a:endParaRPr sz="1200" b="1" i="0"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085583" y="3602736"/>
            <a:ext cx="2079240" cy="10607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Avg score: 74.6%</a:t>
            </a:r>
            <a:endParaRPr sz="1000" b="0" i="0"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8412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Model leaderboard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1769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8968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Model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40657" y="1920240"/>
            <a:ext cx="249765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4665" y="1984248"/>
            <a:ext cx="236964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Signal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84034" y="1920240"/>
            <a:ext cx="265686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8042" y="1984248"/>
            <a:ext cx="252885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Latency (s)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86622" y="1920240"/>
            <a:ext cx="249765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0630" y="1984248"/>
            <a:ext cx="236964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Fit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1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8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nemotron-3-super:cloud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40657" y="2450592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4665" y="2514600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1.000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84034" y="2450592"/>
            <a:ext cx="265686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8042" y="2514600"/>
            <a:ext cx="252885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1.57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86622" y="2450592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0630" y="2514600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100%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81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8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nemotron-3-nano:30b-cloud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40657" y="3114080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4665" y="3178088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1.000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84034" y="3114080"/>
            <a:ext cx="265686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042" y="3178088"/>
            <a:ext cx="252885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1.85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86622" y="3114080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50630" y="3178088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100%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81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68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qwen3.5:397b-cloud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640657" y="3777569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4665" y="3841577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0.000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184034" y="3777569"/>
            <a:ext cx="265686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8042" y="3841577"/>
            <a:ext cx="252885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7.30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886622" y="3777569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50630" y="3841577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0%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441057"/>
            <a:ext cx="281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505065"/>
            <a:ext cx="268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deepseek-v3.1:671b-cloud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640657" y="4441057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04665" y="4505065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0.000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184034" y="4441057"/>
            <a:ext cx="265686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8042" y="4505065"/>
            <a:ext cx="252885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14.71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886622" y="4441057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50630" y="4505065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0%</a:t>
            </a:r>
            <a:endParaRPr sz="10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5104546"/>
            <a:ext cx="281769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5168554"/>
            <a:ext cx="268968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minimax-m2.7:cloud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640657" y="5104546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04665" y="5168554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0.983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184034" y="5104546"/>
            <a:ext cx="265686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48042" y="5168554"/>
            <a:ext cx="252885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13.32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886622" y="5104546"/>
            <a:ext cx="24976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50630" y="5168554"/>
            <a:ext cx="23696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98.3%</a:t>
            </a:r>
            <a:endParaRPr sz="1000" b="0" i="0">
              <a:latin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8412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Eval suite leaderboard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74367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156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Suite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566635" y="1920240"/>
            <a:ext cx="257540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0643" y="1984248"/>
            <a:ext cx="244738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Pass rate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87756" y="1920240"/>
            <a:ext cx="257540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51764" y="1984248"/>
            <a:ext cx="244738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Avg score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08878" y="1920240"/>
            <a:ext cx="2575401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72886" y="1984248"/>
            <a:ext cx="2447385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Latency (s)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74367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1565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langgraph_workflow_eval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66635" y="2450592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643" y="2514600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100%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87756" y="2450592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1764" y="2514600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100%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08878" y="2450592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72886" y="2514600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0.00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74367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1565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document_agent_routing_eval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566635" y="3114080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0643" y="3178088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100%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87756" y="3114080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1764" y="3178088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100%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08878" y="3114080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72886" y="3178088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0.00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74367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61565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structured_smoke_eval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566635" y="3777569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0643" y="3841577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76%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187756" y="3777569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1764" y="3841577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77.8%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808878" y="3777569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72886" y="3841577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32.81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441057"/>
            <a:ext cx="274367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505065"/>
            <a:ext cx="261565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structured_real_document_eval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566635" y="4441057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30643" y="4505065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53.1%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187756" y="4441057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51764" y="4505065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59.7%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808878" y="4441057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72886" y="4505065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89.73</a:t>
            </a:r>
            <a:endParaRPr sz="10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5104546"/>
            <a:ext cx="274367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5168554"/>
            <a:ext cx="261565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evidence_cv_gold_eval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566635" y="5104546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30643" y="5168554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35%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187756" y="5104546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51764" y="5168554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70.7%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808878" y="5104546"/>
            <a:ext cx="2575401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72886" y="5168554"/>
            <a:ext cx="2447385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0.00</a:t>
            </a:r>
            <a:endParaRPr sz="1000" b="0" i="0">
              <a:latin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8412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49620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50207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5020720" cy="13427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Promover nemotron-3-super:cloud como candidato principal da próxima rodada controlada, mantendo o quality gate apoiado no PASS rate atual de 57.1%.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104287"/>
            <a:ext cx="5020720" cy="9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Promover nemotron-3-super:cloud para uma rodada shadow/controlada como…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Revisar suites em FAIL/WARN e transformar os achados em gates repetívei…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66056" y="2029968"/>
            <a:ext cx="481822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6605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800" y="2267712"/>
            <a:ext cx="434273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03800" y="2706624"/>
            <a:ext cx="4342735" cy="12403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Ainda existem runs em FAIL (27.4%).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03800" y="4001844"/>
            <a:ext cx="4342735" cy="104564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Fail rate: 27.4%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Avg eval latency: 64.78s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Promover nemotron-3-super:cloud para uma rodada shadow/controlada como candidat…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Revisar suites em FAIL/WARN e transformar os achados em gates repetíveis.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Reduzir backlog de needs_review antes de ampliar o escopo da rodada seguinte.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Serializar este contrato e chamar o `ppt_creator_app` por API HTTP no próximo s…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Promover nemotron-3-super:cloud para uma rodada shadow/controlada como candidat…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Revisar suites em FAIL/WARN e transformar os achados em gates repetíveis.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Reduzir backlog de needs_review antes de ampliar o escopo da rodada seguinte.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Serializar este contrato e chamar o `ppt_creator_app` por API HTTP no próximo s…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Benchmark &amp; Eval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