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Long-title adaptive layout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 DELIBERATELY LONG TITLE/SUBTITLE CASE TO VALIDATE ADAPTIVE SPACING, TITLE SHRINK AND READABILITY ON THE OPENING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4263F"/>
                </a:solidFill>
                <a:latin typeface="Arial"/>
              </a:rPr>
              <a:t>AI Workbench Local — Benchmark &amp; Eval Review for Executive Stakeholders with Extended Context on Evidence, Evaluation Quality and Model Selection Trade-offs</a:t>
            </a:r>
            <a:endParaRPr sz="25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459736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A deliberately long title/subtitle case to validate adaptive spacing, title shrink and readability on the opening slide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slide is intentionally verbose to prove the title block now adapts before the supporting paragraph starts.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Long title validation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