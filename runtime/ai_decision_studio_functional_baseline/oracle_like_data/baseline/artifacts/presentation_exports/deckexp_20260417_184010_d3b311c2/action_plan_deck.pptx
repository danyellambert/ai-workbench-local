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action_plan_deck. Deck family: action_plan. Sources: action_plan_run, grounding_preview, document_agent_action_plan.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framing for the grounded execution plan and current blockers.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Priority actions grouped from the grounded action backlog.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CTR-010 Section 8.2 — Governance Committee Minutes and Action Items.pdf: CTR-010 Section 7.3 unlimited liability clause Draft SCC Appendix for data residency | -renewal calendar alerts Operations 2024-03-18 In progress CTR-010 Section 8.2 90-day notice risk Next committee checkp…; NCR-2024-011 — Governance Committee Minutes and Action Items.pdf: Reconstruct access-review evidence and obtain system-owner sign-off | nsfer mechanism, and incident-notification language are strengthened. ● The committee accepted opening NCR-2024-011 and…; Privileged Account Approval Email — Privileged Account Approval Email.pdf: Negotiate liability cap with vendor legal | d activity continues to feed the Meridian logging pipeline; ● the accounts are reviewed again at the next quarterly acc…; Nonconformance Report - Vendor Access Review — Nonconformance Report - Vendor Access Review.pdf: Negotiate liability cap with vendor legal Maria Santos 2024-03-22 Draft SCC Appendix C and transfer rationale memo | Define explicit incident response SLOs in policy and contract package Alex Rivera 2024-03-28; CTR-012 — Governance Committee Minutes and Action Items.pdf: CTR-013 transfer mechanism gap / GOV-001 Request revised SLA with 99.95% target | CTR-012 current SLA at 99.5% Define incident response SLOs Alex Rivera 2024-03-28 POL-031 REQ-IR-07 “reasonable efforts…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sequence ordered from the grounded due dates and owners.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Grounded blockers and mitigation path derived from the current action-plan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GROUNDED EXECUTION PLAN FOR THE CURRENT DOCUMENT-BACKED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Action Plan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Grounded execution plan for the current document-backed run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500774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5 grounded action(s) span contract redlines, privacy transfer controls, incident-response commitments and evidence closure. Immediate focus: CTR-010 Section 7.3 unlimited liability clause Draft SCC Appendix for data residency; Reconstruct access-review evidence and obtain system-owner sign-off.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98054" y="1865376"/>
            <a:ext cx="3786225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98054" y="1865376"/>
            <a:ext cx="3786225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35798" y="2103120"/>
            <a:ext cx="331073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835798" y="2432303"/>
            <a:ext cx="3310737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CTR-010 Section 7.3 unlimited liability clause Draft SCC Appendix for…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Reconstruct access-review evidence and obtain system-owner sign-off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490856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490856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5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Grounded actions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05840" y="2212848"/>
            <a:ext cx="2490856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05840" y="2212848"/>
            <a:ext cx="2490856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5296" y="2432304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25296" y="3017520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Owners assigned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34440" y="2212848"/>
            <a:ext cx="2490856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4440" y="2212848"/>
            <a:ext cx="2490856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3896" y="2432304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5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53896" y="3017520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Dated 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963041" y="2212848"/>
            <a:ext cx="2421238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3041" y="2212848"/>
            <a:ext cx="2421238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2497" y="2432304"/>
            <a:ext cx="1982326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82497" y="3017520"/>
            <a:ext cx="1982326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Blocked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Priority workstreams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432628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432628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993716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993716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[CTR-010 Section 8.2] CTR-010 Section 7.3 unlimited lia…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99371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James Park • 2024-03-25 • CTR-010 Section 8.2</a:t>
            </a:r>
            <a:endParaRPr sz="10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29908" y="2331720"/>
            <a:ext cx="3267165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9908" y="2331720"/>
            <a:ext cx="3267165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49364" y="2551176"/>
            <a:ext cx="2828253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49364" y="2971800"/>
            <a:ext cx="2828253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[NCR-2024-011] Reconstruct access-review evidence and o…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49364" y="4608576"/>
            <a:ext cx="282825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Priya Nair • 2024-03-18 • NCR-2024-011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17114" y="2331720"/>
            <a:ext cx="3267165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7114" y="2331720"/>
            <a:ext cx="3267165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6570" y="2551176"/>
            <a:ext cx="2828253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3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36570" y="2971800"/>
            <a:ext cx="2828253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[Privileged Account Approval Email] Negotiate liability…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36570" y="4608576"/>
            <a:ext cx="282825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17287"/>
                </a:solidFill>
                <a:latin typeface="Arial"/>
              </a:rPr>
              <a:t>Maria Santos • 2024-03-22 • Privileged Account Approval Email</a:t>
            </a:r>
            <a:endParaRPr sz="8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backlog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52935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40134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52318" y="1920240"/>
            <a:ext cx="244721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16326" y="1984248"/>
            <a:ext cx="231919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45248" y="1920240"/>
            <a:ext cx="219651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9256" y="1984248"/>
            <a:ext cx="206850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087485" y="1920240"/>
            <a:ext cx="229679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1493" y="1984248"/>
            <a:ext cx="216877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352935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340134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[CTR-010 Section 8.2] CTR-010 Section 7.3 u…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52318" y="2450592"/>
            <a:ext cx="24472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326" y="2514600"/>
            <a:ext cx="23191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James Park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845248" y="2450592"/>
            <a:ext cx="219651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9256" y="2514600"/>
            <a:ext cx="206850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2024-03-25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87485" y="2450592"/>
            <a:ext cx="229679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1493" y="2514600"/>
            <a:ext cx="216877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352935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340134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[NCR-2024-011] Reconstruct access-review ev…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352318" y="3114080"/>
            <a:ext cx="24472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16326" y="3178088"/>
            <a:ext cx="23191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Priya Nair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845248" y="3114080"/>
            <a:ext cx="219651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9256" y="3178088"/>
            <a:ext cx="206850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2024-03-18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087485" y="3114080"/>
            <a:ext cx="229679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51493" y="3178088"/>
            <a:ext cx="216877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 Progress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352935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340134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[Privileged Account Approval Email] Negotia…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352318" y="3777569"/>
            <a:ext cx="24472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16326" y="3841577"/>
            <a:ext cx="23191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Maria Santos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845248" y="3777569"/>
            <a:ext cx="219651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09256" y="3841577"/>
            <a:ext cx="206850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2024-03-22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087485" y="3777569"/>
            <a:ext cx="229679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51493" y="3841577"/>
            <a:ext cx="216877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 Progress</a:t>
            </a:r>
            <a:endParaRPr sz="10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4441057"/>
            <a:ext cx="352935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4505065"/>
            <a:ext cx="340134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[Nonconformance Report - Vendor Access Revi…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4352318" y="4441057"/>
            <a:ext cx="24472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16326" y="4505065"/>
            <a:ext cx="23191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James Park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845248" y="4441057"/>
            <a:ext cx="219651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09256" y="4505065"/>
            <a:ext cx="206850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2024-03-25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9087485" y="4441057"/>
            <a:ext cx="229679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51493" y="4505065"/>
            <a:ext cx="216877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5104546"/>
            <a:ext cx="352935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5168554"/>
            <a:ext cx="340134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[CTR-012] CTR-013 transfer mechanism gap /…</a:t>
            </a:r>
            <a:endParaRPr sz="10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352318" y="5104546"/>
            <a:ext cx="24472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16326" y="5168554"/>
            <a:ext cx="23191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Owner TBD</a:t>
            </a:r>
            <a:endParaRPr sz="10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845248" y="5104546"/>
            <a:ext cx="219651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09256" y="5168554"/>
            <a:ext cx="206850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2024-03-20</a:t>
            </a:r>
            <a:endParaRPr sz="10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9087485" y="5104546"/>
            <a:ext cx="229679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51493" y="5168554"/>
            <a:ext cx="216877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Done</a:t>
            </a:r>
            <a:endParaRPr sz="1000" b="0" i="0">
              <a:latin typeface="Arial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31520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Execution timeline</a:t>
            </a:r>
            <a:endParaRPr sz="2800" b="1" i="0">
              <a:latin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2018233" y="2084831"/>
            <a:ext cx="8114692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908505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2481987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P1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2481987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81987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532888"/>
            <a:ext cx="2079651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1</a:t>
            </a:r>
            <a:endParaRPr sz="1400" b="1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8408" y="2916936"/>
            <a:ext cx="2079651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2024-03-25 · James Park — CTR-010 Section 7.3 unlimited liability clause Draft…</a:t>
            </a:r>
            <a:endParaRPr sz="1100" b="0" i="0">
              <a:latin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599589" y="1975103"/>
            <a:ext cx="219456" cy="219456"/>
          </a:xfrm>
          <a:prstGeom prst="ellipse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8683" y="1783080"/>
            <a:ext cx="2461267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P2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478683" y="2331720"/>
            <a:ext cx="2461267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8683" y="2331720"/>
            <a:ext cx="2461267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9851" y="2532888"/>
            <a:ext cx="2058931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2</a:t>
            </a:r>
            <a:endParaRPr sz="1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79851" y="2916936"/>
            <a:ext cx="2058931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2024-03-18 · Priya Nair — Reconstruct access-review evidence and obtain system-…</a:t>
            </a:r>
            <a:endParaRPr sz="1100" b="0" i="0">
              <a:latin typeface="Arial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7301033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9406" y="1783080"/>
            <a:ext cx="250270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P3</a:t>
            </a:r>
            <a:endParaRPr sz="1000" b="1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59406" y="2331720"/>
            <a:ext cx="2502708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9406" y="2331720"/>
            <a:ext cx="2502708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0574" y="2532888"/>
            <a:ext cx="210037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3</a:t>
            </a:r>
            <a:endParaRPr sz="1400" b="1" i="0"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60574" y="2916936"/>
            <a:ext cx="2100372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2024-03-22 · Maria Santos — Negotiate liability cap with vendor legal • Privile…</a:t>
            </a:r>
            <a:endParaRPr sz="1100" b="0" i="0">
              <a:latin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0023197" y="1975103"/>
            <a:ext cx="219456" cy="219456"/>
          </a:xfrm>
          <a:prstGeom prst="ellipse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81571" y="1783080"/>
            <a:ext cx="250270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P4</a:t>
            </a:r>
            <a:endParaRPr sz="1000" b="1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881571" y="2331720"/>
            <a:ext cx="2502708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1571" y="2331720"/>
            <a:ext cx="2502708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82739" y="2532888"/>
            <a:ext cx="210037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4</a:t>
            </a:r>
            <a:endParaRPr sz="1400" b="1" i="0"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082739" y="2916936"/>
            <a:ext cx="2100372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2024-03-25 · James Park — Negotiate liability cap with vendor legal Maria Santo…</a:t>
            </a:r>
            <a:endParaRPr sz="11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Blockers vs mitigations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4910535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435047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Blockers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435047" cy="1244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Liability cap remains unresolved in the contract redline.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05872"/>
            <a:ext cx="4435047" cy="1041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Cross-border transfer and data residency wording still require a…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Incident-response commitments are still underspecified for produc…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80383" y="2029968"/>
            <a:ext cx="5403896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0383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8127" y="2267712"/>
            <a:ext cx="4928408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Mitigations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18127" y="2706624"/>
            <a:ext cx="4928408" cy="13427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CTR-010 Section 7.3 unlimited liability clause Draft SCC Appendix for data residency (James Park, due 2024-03-25) • CTR-010 Section 8.2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18127" y="4104287"/>
            <a:ext cx="4928408" cy="9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CTR-010 Section 7.3 unlimited liability clause Draft SCC Appendix…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Reconstruct access-review evidence and obtain system-owner sign-o…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