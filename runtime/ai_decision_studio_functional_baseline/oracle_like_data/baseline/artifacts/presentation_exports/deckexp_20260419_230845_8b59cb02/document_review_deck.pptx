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Export kind: document_review_deck. Deck family: review. Sources: structured_result, document_agent.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Executive summary consolidated from the product's grounded signals.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Findings grounded in the structured/document-agent payload.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Decision framing for the grounded document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REVIEW OF THE LATEST GROUNDED DOCUMENT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Document Review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Executive review of the latest grounded document analysis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393846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Q1 2024 Northwind vendor-control review: 2 risk(s), 0 gap(s) and 2 mitigation action(s) identified. Top risk: Missing evidence blocks control closure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491126" y="1865376"/>
            <a:ext cx="3893153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1126" y="1865376"/>
            <a:ext cx="389315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8870" y="2103120"/>
            <a:ext cx="341766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28870" y="2432303"/>
            <a:ext cx="3417665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Missing evidence blocks control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In-progress items may delay closure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Source count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Findings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2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Actions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No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Needs review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Top findings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60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47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Type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423277" y="1920240"/>
            <a:ext cx="276438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87285" y="1984248"/>
            <a:ext cx="263636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Finding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3383" y="1920240"/>
            <a:ext cx="282489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7391" y="1984248"/>
            <a:ext cx="269688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Evidence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104002" y="1920240"/>
            <a:ext cx="228027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8010" y="1984248"/>
            <a:ext cx="215226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423277" y="2450592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7285" y="2514600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Missing evidence blocks control closure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33383" y="2450592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7391" y="2514600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03247"/>
                </a:solidFill>
                <a:latin typeface="Arial"/>
              </a:rPr>
              <a:t>Missing or in-progress items block control closure…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104002" y="2450592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8010" y="2514600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60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47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risk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423277" y="3114080"/>
            <a:ext cx="276438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87285" y="3178088"/>
            <a:ext cx="263636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In-progress items may delay closure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33383" y="3114080"/>
            <a:ext cx="282489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7391" y="3178088"/>
            <a:ext cx="269688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EV-005 is in progress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04002" y="3114080"/>
            <a:ext cx="228027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8010" y="3178088"/>
            <a:ext cx="215226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plan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325811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313009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Action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81074" y="1920240"/>
            <a:ext cx="24893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5082" y="1984248"/>
            <a:ext cx="23613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61618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8018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023090" y="1920240"/>
            <a:ext cx="2361189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7098" y="1984248"/>
            <a:ext cx="2233173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081074" y="2450592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5082" y="2514600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IT 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1618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18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023090" y="2450592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87098" y="2514600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325811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313009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Verify provenance of missing items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081074" y="3114080"/>
            <a:ext cx="24893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5082" y="3178088"/>
            <a:ext cx="23613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61618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018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23090" y="3114080"/>
            <a:ext cx="2361189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7098" y="3178088"/>
            <a:ext cx="2233173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pending</a:t>
            </a:r>
            <a:endParaRPr sz="1000" b="0" i="0"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Recommendation vs watchouts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525713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78164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Recommendation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781645" cy="12236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3985121"/>
            <a:ext cx="4781645" cy="106236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Verify provenance of missing items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326981" y="2029968"/>
            <a:ext cx="505729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6981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4725" y="2267712"/>
            <a:ext cx="458181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Watchouts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64725" y="2706624"/>
            <a:ext cx="4581810" cy="1481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Open-ended questions may require additional human reading when the document has contextual ambiguity.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07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Next steps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Archive EV-002 artifact in approved repository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Verify provenance of missing items</a:t>
            </a:r>
            <a:endParaRPr sz="14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EV-002 artifact in approved repository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Verify provenance of missing items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Open the cited source excerpts to confirm the interpretation before acting.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Document Review  •  2026-04-19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07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