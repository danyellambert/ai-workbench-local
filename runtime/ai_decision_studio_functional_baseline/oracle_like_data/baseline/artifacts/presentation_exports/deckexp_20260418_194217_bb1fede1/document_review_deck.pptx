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2 gap(s) and 4 mitigation action(s) identified. Top risk: Missing evidence blocks control closure Main evidence gap: No explicit due dates are provided for pending actions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delay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due dates are provided for pending actions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4034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1232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63302" y="1920240"/>
            <a:ext cx="315092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27310" y="1984248"/>
            <a:ext cx="302291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59949" y="1920240"/>
            <a:ext cx="275830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3957" y="1984248"/>
            <a:ext cx="26302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63977" y="1920240"/>
            <a:ext cx="212030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7985" y="1984248"/>
            <a:ext cx="199228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4034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1232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63302" y="2450592"/>
            <a:ext cx="315092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7310" y="2514600"/>
            <a:ext cx="302291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59949" y="2450592"/>
            <a:ext cx="275830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3957" y="2514600"/>
            <a:ext cx="263029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63977" y="2450592"/>
            <a:ext cx="21203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7985" y="2514600"/>
            <a:ext cx="19922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4034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1232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63302" y="3114080"/>
            <a:ext cx="315092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27310" y="3178088"/>
            <a:ext cx="302291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delay closure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59949" y="3114080"/>
            <a:ext cx="275830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3957" y="3178088"/>
            <a:ext cx="263029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satisfied by the attached email-export ar…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63977" y="3114080"/>
            <a:ext cx="21203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7985" y="3178088"/>
            <a:ext cx="19922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4034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1232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263302" y="3777569"/>
            <a:ext cx="315092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7310" y="3841577"/>
            <a:ext cx="302291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dates are provided for pendin…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59949" y="3777569"/>
            <a:ext cx="275830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3957" y="3841577"/>
            <a:ext cx="263029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63977" y="3777569"/>
            <a:ext cx="21203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7985" y="3841577"/>
            <a:ext cx="19922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44034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31232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63302" y="4441057"/>
            <a:ext cx="315092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7310" y="4505065"/>
            <a:ext cx="302291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monetary or quantitative impact values are…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59949" y="4441057"/>
            <a:ext cx="275830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3957" y="4505065"/>
            <a:ext cx="263029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263977" y="4441057"/>
            <a:ext cx="21203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7985" y="4505065"/>
            <a:ext cx="19922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60077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47275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23730" y="1920240"/>
            <a:ext cx="243127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7738" y="1984248"/>
            <a:ext cx="230326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0728" y="1920240"/>
            <a:ext cx="221891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4736" y="1984248"/>
            <a:ext cx="209089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65364" y="1920240"/>
            <a:ext cx="221891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9372" y="1984248"/>
            <a:ext cx="209089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60077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47275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23730" y="2450592"/>
            <a:ext cx="243127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7738" y="2514600"/>
            <a:ext cx="230326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00728" y="2450592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4736" y="2514600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65364" y="2450592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9372" y="2514600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60077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47275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23730" y="3114080"/>
            <a:ext cx="243127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7738" y="3178088"/>
            <a:ext cx="230326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900728" y="3114080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4736" y="3178088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65364" y="3114080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9372" y="3178088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60077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47275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review of privileged activity log (EV-004)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423730" y="3777569"/>
            <a:ext cx="243127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7738" y="3841577"/>
            <a:ext cx="230326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Security Engineering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900728" y="3777569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4736" y="3841577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65364" y="3777569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9372" y="3841577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received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360077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347275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Finalize review of vendor attestation (EV-003)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423730" y="4441057"/>
            <a:ext cx="243127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7738" y="4505065"/>
            <a:ext cx="230326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 Management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900728" y="4441057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4736" y="4505065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165364" y="4441057"/>
            <a:ext cx="22189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9372" y="4505065"/>
            <a:ext cx="20908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received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852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097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097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6097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5081" y="2029968"/>
            <a:ext cx="52291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50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2825" y="2267712"/>
            <a:ext cx="4753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2825" y="2706624"/>
            <a:ext cx="4753710" cy="12542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due dates are provided for pending actions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92825" y="4015690"/>
            <a:ext cx="4753710" cy="10317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monetary or quantitative impact values are specified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Complete review of privileged activity log (EV-004)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Finalize review of vendor attestation (EV-003)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Complete review of privileged activity log (EV-004)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Finalize review of vendor attestation (EV-003)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