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[A01] Source: Privileged Account Approval Email.pdf | Evidence: Negotiate liability cap with vendor legal
[GOVERNANCE] Source: Governance Committee Minutes and Action Items.pdf | Evidence: Draft SCC Appendix for data residency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Request revised SLA with 99.95% target
[GOVERNANCE] Source: Governance Committee Minutes and Action Items.pdf | Evidence: Define incident response SLOs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[GOVERNANCE] Source: Governance Committee Minutes and Action Items.pdf | Evidence: Set up auto-renewal calendar alerts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4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5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There are overdue actions that require immediate reprioritization.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5 action(s) include owner, due date or status context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11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5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4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11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26716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Negotiate liability cap with vendor legal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Maria Santos • 2024-03-22 • In Progress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64445" y="2331720"/>
            <a:ext cx="326716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4445" y="2331720"/>
            <a:ext cx="3267165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3901" y="2551176"/>
            <a:ext cx="282825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83901" y="2971800"/>
            <a:ext cx="282825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Draft SCC Appendix for data residency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83901" y="4608576"/>
            <a:ext cx="282825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James Park • 2024-03-25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51651" y="2331720"/>
            <a:ext cx="3432628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51651" y="2331720"/>
            <a:ext cx="3432628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1107" y="2551176"/>
            <a:ext cx="2993716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71107" y="2971800"/>
            <a:ext cx="2993716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71107" y="4608576"/>
            <a:ext cx="299371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11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77892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5091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01888" y="1920240"/>
            <a:ext cx="2710317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65896" y="1984248"/>
            <a:ext cx="2582301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57925" y="1920240"/>
            <a:ext cx="2458888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1933" y="1984248"/>
            <a:ext cx="233087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62534" y="1920240"/>
            <a:ext cx="252174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26542" y="1984248"/>
            <a:ext cx="239372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A01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01888" y="2450592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5896" y="2514600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57925" y="2450592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1933" y="2514600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2024-03-22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62534" y="2450592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26542" y="2514600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01888" y="3114080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65896" y="3178088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James Park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57925" y="3114080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21933" y="3178088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2024-03-25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62534" y="3114080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26542" y="3178088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01888" y="3777569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65896" y="3841577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Maria Santos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57925" y="3777569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1933" y="3841577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2024-03-20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62534" y="3777569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26542" y="3841577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Done</a:t>
            </a:r>
            <a:endParaRPr sz="10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77240" y="4441057"/>
            <a:ext cx="277892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7" y="4505065"/>
            <a:ext cx="265091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01888" y="4441057"/>
            <a:ext cx="2710317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65896" y="4505065"/>
            <a:ext cx="2582301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Alex Rivera</a:t>
            </a:r>
            <a:endParaRPr sz="1000" b="0" i="0">
              <a:latin typeface="Arial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357925" y="4441057"/>
            <a:ext cx="2458888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1933" y="4505065"/>
            <a:ext cx="2330872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2024-03-28</a:t>
            </a:r>
            <a:endParaRPr sz="1000" b="0" i="0">
              <a:latin typeface="Arial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862534" y="4441057"/>
            <a:ext cx="252174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26542" y="4505065"/>
            <a:ext cx="239372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11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 (2)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3890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71088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61865" y="1920240"/>
            <a:ext cx="251886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25873" y="1984248"/>
            <a:ext cx="239084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6450" y="1920240"/>
            <a:ext cx="2518865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0458" y="1984248"/>
            <a:ext cx="2390849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791035" y="1920240"/>
            <a:ext cx="2593244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5043" y="1984248"/>
            <a:ext cx="2465228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3890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71088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GOVERNANCE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61865" y="2450592"/>
            <a:ext cx="251886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25873" y="2514600"/>
            <a:ext cx="239084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Operations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226450" y="2450592"/>
            <a:ext cx="2518865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0458" y="2514600"/>
            <a:ext cx="2390849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2024-03-18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791035" y="2450592"/>
            <a:ext cx="2593244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55043" y="2514600"/>
            <a:ext cx="2465228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In Progress</a:t>
            </a:r>
            <a:endParaRPr sz="1000" b="0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11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Maria Santos • Due: 2024-03-22 • Status: In Progress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GOVERNANCE — Draft SCC Appendix for data residency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James Park • Due: 2024-03-25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A03 — Request revised SLA with 99.95% target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Maria Santos • Due: 2024-03-20 • Status: Done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Maria Santos • Due: 2024-03-20 • Status: Done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GOVERNANCE — Define incident response SLOs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Alex Rivera • Due: 2024-03-28 • Status: Open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(3)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Set up auto-renewal calendar alerts</a:t>
            </a:r>
            <a:endParaRPr sz="13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Operations • Due: 2024-03-18 • Status: In Progress • Source: Governance Committee Minutes and Action Items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71928" y="2084831"/>
            <a:ext cx="7217664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62200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A01 · Negotiate liability cap with vendor legal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2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6072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86072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6072" y="2331720"/>
            <a:ext cx="3389376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87240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87240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GOVERNANCE ·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79864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94904" y="1783080"/>
            <a:ext cx="3389376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94904" y="2331720"/>
            <a:ext cx="3389376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4904" y="2331720"/>
            <a:ext cx="3389376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96072" y="2532888"/>
            <a:ext cx="29870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96072" y="2916936"/>
            <a:ext cx="2987040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Request revised SLA with 99.95% target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10 / 11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There are overdue actions that require immediate reprioritization.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Define incident response SLOs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A01 — Negotiate liability cap with vendor legal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GOVERNANCE — Draft SCC Appendix for data residency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11 / 11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