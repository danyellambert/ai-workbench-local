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document_review_deck. Deck family: review. Sources: structured_result, document_agent.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Findings grounded in the structured/document-agent payload.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Decision framing for the grounded document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REVIEW OF THE LATEST GROUNDED DOCUMENT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Document Review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review of the latest grounded document 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50293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Risks, gaps and red flags in selected documents: 1 risk(s), 1 gap(s) and 1 mitigation action(s) identified. Top risk: Potential rollout delay due to vendor dependency Main evidence gap: No owner is named for the migration task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47573" y="1865376"/>
            <a:ext cx="3836706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47573" y="1865376"/>
            <a:ext cx="3836706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85317" y="2103120"/>
            <a:ext cx="336121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85317" y="2432303"/>
            <a:ext cx="3361218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Potential rollout delay due to vendor dependency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No owner is named for the migration task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Finalize integration plan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 count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Actions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Yes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Top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60031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47230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423277" y="1920240"/>
            <a:ext cx="306695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87285" y="1984248"/>
            <a:ext cx="293893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35950" y="1920240"/>
            <a:ext cx="2522331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9958" y="1984248"/>
            <a:ext cx="239431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04002" y="1920240"/>
            <a:ext cx="228027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68010" y="1984248"/>
            <a:ext cx="215226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60031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47230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423277" y="2450592"/>
            <a:ext cx="306695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7285" y="2514600"/>
            <a:ext cx="293893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Potential rollout delay due to vendor depende…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535950" y="2450592"/>
            <a:ext cx="252233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9958" y="2514600"/>
            <a:ext cx="239431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vendor dependency may delay rollout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04002" y="2450592"/>
            <a:ext cx="228027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68010" y="2514600"/>
            <a:ext cx="215226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60031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47230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gap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423277" y="3114080"/>
            <a:ext cx="306695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87285" y="3178088"/>
            <a:ext cx="293893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No owner is named for the migration task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535950" y="3114080"/>
            <a:ext cx="252233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99958" y="3178088"/>
            <a:ext cx="239431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104002" y="3114080"/>
            <a:ext cx="228027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8010" y="3178088"/>
            <a:ext cx="215226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plan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948391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82037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Action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771351" y="1920240"/>
            <a:ext cx="255563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35359" y="1984248"/>
            <a:ext cx="242762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72709" y="1920240"/>
            <a:ext cx="248292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6717" y="1984248"/>
            <a:ext cx="235490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901354" y="1920240"/>
            <a:ext cx="248292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5362" y="1984248"/>
            <a:ext cx="235490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94839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82037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Finalize integration plan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771351" y="2450592"/>
            <a:ext cx="255563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35359" y="2514600"/>
            <a:ext cx="242762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Platform team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72709" y="2450592"/>
            <a:ext cx="248292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6717" y="2514600"/>
            <a:ext cx="235490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Friday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901354" y="2450592"/>
            <a:ext cx="248292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5362" y="2514600"/>
            <a:ext cx="235490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087664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612176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612176" cy="120343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Finalize integration plan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3964922"/>
            <a:ext cx="4612176" cy="108256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Finalize integration plan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Mitigate delay by securing alternative vendor pathways.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57512" y="2029968"/>
            <a:ext cx="5226767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57512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5256" y="2267712"/>
            <a:ext cx="4751279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95256" y="2706624"/>
            <a:ext cx="4751279" cy="12012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grounded sources available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95256" y="3962736"/>
            <a:ext cx="4751279" cy="10847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No owner is named for the migration task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Not enough sources were found to fully support the response.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3063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Finalize integration plan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Mitigate delay by securing alternative vendor pathways.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Manually review the selected documents before using this response in an operati…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Forward the result for human review before making a final decision.</a:t>
            </a:r>
            <a:endParaRPr sz="13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Finalize integration plan</a:t>
            </a:r>
            <a:endParaRPr sz="13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Mitigate delay by securing alternative vendor pathways.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Manually review the selected documents before using this response in an operati…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Forward the result for human review before making a final decision.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