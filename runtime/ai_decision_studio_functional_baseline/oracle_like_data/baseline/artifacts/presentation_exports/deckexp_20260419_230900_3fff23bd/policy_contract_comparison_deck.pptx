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2026-04-19</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2026-04-19</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Access Review Evidence Log establishes a structured, metadata-driven framework for validating vendor access controls through documented evidence, while the Privileged Account Approval Email enforces conditional governance tied to operational lifecycle events and accountability requirements. Both emphasize audit readiness but differ in scope and enforcement mechanisms.
- Access Review Evidence Log requires completion of five evidence items with strict metadata (ownership, dates, control mappings) to enable control closure.  
- Privileged Account Approval Email mandates conditional access with quarterly reviews, mandatory logging, and revalidation triggers tied to personnel changes.  
- Evidence Log focuses on retrospective control validation; Approval Email governs prospective access lifecycle and accountability.  
- Evidence Log uses status indicators (Received, Missing, In progress) to block control closure; Approval Email requires archival and revalidation upon personnel changes.  
- Evidence Log is a controlled register for audit traceability; Approval Email is a governance directive with operational integration requirements.  
- Evidence Log applies to vendor access reviews; Approval Email applies to internal privileged account assignments.</a:t>
            </a:r>
            <a:endParaRPr sz="11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establishes a structured, metadata-driven fr…</a:t>
            </a:r>
            <a:endParaRPr sz="1000" b="0" i="0">
              <a:latin typeface="Arial"/>
            </a:endParaRPr>
          </a:p>
          <a:p>
            <a:pPr algn="l">
              <a:lnSpc>
                <a:spcPct val="100000"/>
              </a:lnSpc>
              <a:spcAft>
                <a:spcPts val="300"/>
              </a:spcAft>
            </a:pPr>
            <a:r>
              <a:rPr sz="900" b="0" i="0">
                <a:solidFill>
                  <a:srgbClr val="203247"/>
                </a:solidFill>
                <a:latin typeface="Arial"/>
              </a:rPr>
              <a:t>• Access Review Evidence Log requires completion of five evidence items with…</a:t>
            </a:r>
            <a:endParaRPr sz="1000" b="0" i="0">
              <a:latin typeface="Arial"/>
            </a:endParaRPr>
          </a:p>
          <a:p>
            <a:pPr algn="l">
              <a:lnSpc>
                <a:spcPct val="100000"/>
              </a:lnSpc>
              <a:spcAft>
                <a:spcPts val="300"/>
              </a:spcAft>
            </a:pPr>
            <a:r>
              <a:rPr sz="900" b="0" i="0">
                <a:solidFill>
                  <a:srgbClr val="203247"/>
                </a:solidFill>
                <a:latin typeface="Arial"/>
              </a:rPr>
              <a:t>• Privileged Account Approval Email mandates conditional access with quarterl…</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2026-04-19</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2026-04-19</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The register enforces strict metadata discipline to ensure audit traceability and control closure. | Status indicators…</a:t>
            </a:r>
            <a:endParaRPr sz="8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Conditional approval structure emphasizes accountability and audit readiness. | Governance controls are tightly coupled…</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establishes a structured,…</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Evidence ID: EV-002, Artifact Description: System owner approval email for privil…</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 requires completion of five…</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synthetic registe…</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 mandates conditional access with…</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Evidence ID: EV-002, Artifact Description: System owner approval email for privil…</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focuses on retrospective control validation; Approval…</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Evidence ID: EV-002, Artifact Description: System owner approval email for privil…</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uses status indicators (Received, Missing, In…</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synthetic registe…</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Log is a controlled register for audit…</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a controlled synthetic registe…</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2026-04-19</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2026-04-19</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2026-04-19</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