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Executive Comparison:  
The Access Review Evidence Log (EVD-101) tracks evidence status for the Q1 2024 Northwind vendor-control review, requiring completion of missing items like EV-002 via archived artifacts to close controls. In contrast, the Privileged Account Approval Email grants conditional, standing access to two Northwind support administrators under strict logging and quarterly recertification requirements, with revalidation triggered by personnel changes. While EVD-101 focuses on evidence completeness for control closure, the email enforces ongoing compliance for privileged access through procedural controls and reauthorization.
- EVD-101 documents evidence status for Q1 2024 vendor review; email approves standing privileged access for two administrators.  
- EVD-101 requires missing evidence (e.g., EV-002) to be archived to close controls; email mandates quarterly recertification and revalidation on personnel changes.  
- EVD-101 specifies ownership and archival steps for evidence; email requires strict task scoping, logging, and vendor confirmation for access.  
- EVD-101 is tied to a specific review cycle (Q1 2024); email applies to ongoing privileged access with pilot conditions.  
- EVD-101 closure depends on provenance verification of artifacts; email access is conditional on compliance with logging and scope.  
- EVD-101 addresses evidence gaps for control closure; email enforces procedural controls for sustained access.</a:t>
            </a:r>
            <a:endParaRPr sz="11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(EVD-101) tracks evidence status for the Q1…</a:t>
            </a:r>
            <a:endParaRPr sz="1000" b="0" i="0">
              <a:latin typeface="Arial"/>
            </a:endParaRPr>
          </a:p>
          <a:p>
            <a:pPr algn="l">
              <a:lnSpc>
                <a:spcPct val="100000"/>
              </a:lnSpc>
              <a:spcAft>
                <a:spcPts val="300"/>
              </a:spcAft>
            </a:pPr>
            <a:r>
              <a:rPr sz="900" b="0" i="0">
                <a:solidFill>
                  <a:srgbClr val="203247"/>
                </a:solidFill>
                <a:latin typeface="Arial"/>
              </a:rPr>
              <a:t>• EVD-101 documents evidence status for Q1 2024 vendor review; email approves…</a:t>
            </a:r>
            <a:endParaRPr sz="1000" b="0" i="0">
              <a:latin typeface="Arial"/>
            </a:endParaRPr>
          </a:p>
          <a:p>
            <a:pPr algn="l">
              <a:lnSpc>
                <a:spcPct val="100000"/>
              </a:lnSpc>
              <a:spcAft>
                <a:spcPts val="300"/>
              </a:spcAft>
            </a:pPr>
            <a:r>
              <a:rPr sz="900" b="0" i="0">
                <a:solidFill>
                  <a:srgbClr val="203247"/>
                </a:solidFill>
                <a:latin typeface="Arial"/>
              </a:rPr>
              <a:t>• EVD-101 requires missing evidence (e.g., EV-002) to be archived to close co…</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Missing or incomplete evidence blocks control closure until provenance is verified. | EV-002 must be satisfied by an at…</a:t>
            </a:r>
            <a:endParaRPr sz="8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is conditional on strict task scoping and logging compliance | Quarterly recertification and vendor confirmation…</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(EVD-101) tracks evidence…</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evidence register (EVD-101) documents five items for the Q1 2024 Northwind ve…</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vendor_oversight_delta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documents evidence status for Q1 2024 vendor…</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evidence register (EVD-101) documents five items for the Q1 2024 Northwind ve…</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requires missing evidence (e.g., EV-002) to be…</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evidence register (EVD-101) documents five items for the Q1 2024 Northwind ve…</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vendor_oversight_delta</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specifies ownership and archival steps for evidence;…</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evidence register (EVD-101) documents five items for the Q1 2024 Northwind ve…</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identity_control_delta</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is tied to a specific review cycle…</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evidence register (EVD-101) documents five items for the Q1 2024 Northwind ve…</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cross_document_observation</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closure depends on provenance verification of artifacts;…</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Missing or incomplete evidence blocks control closure until provenance is verifie…</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