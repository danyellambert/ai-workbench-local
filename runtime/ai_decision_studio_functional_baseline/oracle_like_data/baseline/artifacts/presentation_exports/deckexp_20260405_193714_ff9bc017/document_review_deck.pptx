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Resumo executivo consolidado a partir dos sinais grounded do produto.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Findings grounded no payload estruturado/document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0263F"/>
                </a:solidFill>
                <a:latin typeface="Aptos"/>
              </a:rPr>
              <a:t>AI Workbench Local — Document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856232"/>
            <a:ext cx="62179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6788B"/>
                </a:solidFill>
                <a:latin typeface="Aptos"/>
              </a:rPr>
              <a:t>Executive review of the latest grounded document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014984"/>
            <a:ext cx="3291840" cy="425196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AI Workbench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Document Review  •  2026-04-05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01 / 07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092064" cy="181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A política revisada introduz novas obrigações operacionais e ainda pede validação jurídica final.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7632" y="1920240"/>
            <a:ext cx="4222367" cy="2999232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61912" y="1865376"/>
            <a:ext cx="4222367" cy="2999232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61912" y="1865376"/>
            <a:ext cx="4222367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99656" y="2103120"/>
            <a:ext cx="37468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99656" y="2432303"/>
            <a:ext cx="3746879" cy="2194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Aprovação formal agora é mandatória.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Ainda falta owner explícito do controle anual.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Document Review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02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Executive snapshot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67712"/>
            <a:ext cx="2509160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12848"/>
            <a:ext cx="2509160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Source count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9864" y="2267712"/>
            <a:ext cx="2437743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4144" y="2212848"/>
            <a:ext cx="2437743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Findings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2267712"/>
            <a:ext cx="2437743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2212848"/>
            <a:ext cx="2437743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Actions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0839" y="2267712"/>
            <a:ext cx="2509160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75119" y="2212848"/>
            <a:ext cx="2509160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Needs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Document Review  •  2026-04-05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03 / 07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Top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75104"/>
            <a:ext cx="1417320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1417320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84248"/>
            <a:ext cx="1289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975104"/>
            <a:ext cx="4012238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40280" y="1920240"/>
            <a:ext cx="4012238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04288" y="1984248"/>
            <a:ext cx="388422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Finding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43958" y="1975104"/>
            <a:ext cx="3623001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98238" y="1920240"/>
            <a:ext cx="3623001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2246" y="1984248"/>
            <a:ext cx="349498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12680" y="1975104"/>
            <a:ext cx="1417320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66960" y="1920240"/>
            <a:ext cx="1417320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30968" y="1984248"/>
            <a:ext cx="1289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Owner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505456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2450592"/>
            <a:ext cx="141732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2514600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risk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2505456"/>
            <a:ext cx="4012238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40280" y="2450592"/>
            <a:ext cx="4012238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04288" y="2514600"/>
            <a:ext cx="3884222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Owner não definido para o controle anual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43958" y="2505456"/>
            <a:ext cx="3623001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98238" y="2450592"/>
            <a:ext cx="3623001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2246" y="2514600"/>
            <a:ext cx="3494985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Policy 2026 / page 12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12680" y="2505456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966960" y="2450592"/>
            <a:ext cx="141732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30968" y="2514600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Compliance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215761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7240" y="3160897"/>
            <a:ext cx="1417320" cy="655441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" y="3224905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gap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0" y="3215761"/>
            <a:ext cx="4012238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240280" y="3160897"/>
            <a:ext cx="4012238" cy="655441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04288" y="3224905"/>
            <a:ext cx="3884222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Legal sign-off still missing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43958" y="3215761"/>
            <a:ext cx="3623001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98238" y="3160897"/>
            <a:ext cx="3623001" cy="655441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62246" y="3224905"/>
            <a:ext cx="3494985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-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12680" y="3215761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66960" y="3160897"/>
            <a:ext cx="1417320" cy="655441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30968" y="3224905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-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Document Review  •  2026-04-05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04 / 07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Action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75104"/>
            <a:ext cx="4937760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4937760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84248"/>
            <a:ext cx="480974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975104"/>
            <a:ext cx="1417320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0" y="1920240"/>
            <a:ext cx="1417320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24728" y="1984248"/>
            <a:ext cx="1289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975104"/>
            <a:ext cx="1417320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60" y="1920240"/>
            <a:ext cx="1417320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87768" y="1984248"/>
            <a:ext cx="1289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Due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1975104"/>
            <a:ext cx="1417320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0" y="1920240"/>
            <a:ext cx="1417320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50808" y="1984248"/>
            <a:ext cx="1289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505456"/>
            <a:ext cx="493776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2450592"/>
            <a:ext cx="493776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2514600"/>
            <a:ext cx="480974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Definir owner do controle anual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6440" y="2505456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760720" y="2450592"/>
            <a:ext cx="141732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4728" y="2514600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Compliance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2505456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23760" y="2450592"/>
            <a:ext cx="141732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87768" y="2514600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2026-04-10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32520" y="2505456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86800" y="2450592"/>
            <a:ext cx="141732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50808" y="2514600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open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Document Review  •  2026-04-05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05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Recommendation vs watchouts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401323" cy="340156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048256"/>
            <a:ext cx="5401323" cy="340156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048256"/>
            <a:ext cx="73152" cy="3401568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267712"/>
            <a:ext cx="4962411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63F"/>
                </a:solidFill>
                <a:latin typeface="Aptos"/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715768"/>
            <a:ext cx="4962411" cy="1289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1354B"/>
                </a:solidFill>
                <a:latin typeface="Aptos"/>
              </a:rPr>
              <a:t>Definir owner do controle anual.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4060430"/>
            <a:ext cx="4962411" cy="11699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Definir owner do controle anual.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Revisar cláusulas críticas com jurídico.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80315" y="2103120"/>
            <a:ext cx="4949684" cy="340156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34595" y="2048256"/>
            <a:ext cx="4949684" cy="340156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34595" y="2048256"/>
            <a:ext cx="73152" cy="3401568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4051" y="2267712"/>
            <a:ext cx="451077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63F"/>
                </a:solidFill>
                <a:latin typeface="Aptos"/>
              </a:rPr>
              <a:t>Watchouts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4051" y="2715768"/>
            <a:ext cx="4510772" cy="13391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1354B"/>
                </a:solidFill>
                <a:latin typeface="Aptos"/>
              </a:rPr>
              <a:t>Legal sign-off still missing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4051" y="4109764"/>
            <a:ext cx="4510772" cy="11206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Final legal validation is still pending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Document Review  •  2026-04-05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06 / 07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• Definir owner do controle anual.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• Revisar cláusulas críticas com jurídico.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014984"/>
            <a:ext cx="4023360" cy="452628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Definir owner do controle anual.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0263F"/>
                </a:solidFill>
                <a:latin typeface="Aptos"/>
              </a:rPr>
              <a:t>• Revisar cláusulas críticas com jurídico.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Document Review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07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