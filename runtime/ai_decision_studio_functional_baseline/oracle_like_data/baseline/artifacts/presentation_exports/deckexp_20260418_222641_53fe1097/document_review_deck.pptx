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6985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2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4265" y="1865376"/>
            <a:ext cx="3890014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4265" y="1865376"/>
            <a:ext cx="389001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2009" y="2103120"/>
            <a:ext cx="34145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2009" y="2432303"/>
            <a:ext cx="3414526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items require verification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7532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4730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98280" y="1920240"/>
            <a:ext cx="267112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2288" y="1984248"/>
            <a:ext cx="25431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15124" y="1920240"/>
            <a:ext cx="296815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9132" y="1984248"/>
            <a:ext cx="284013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28999" y="1920240"/>
            <a:ext cx="225528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3007" y="1984248"/>
            <a:ext cx="21272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753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473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98280" y="2450592"/>
            <a:ext cx="26711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2288" y="2514600"/>
            <a:ext cx="25431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15124" y="2450592"/>
            <a:ext cx="296815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9132" y="2514600"/>
            <a:ext cx="284013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28999" y="2450592"/>
            <a:ext cx="22552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3007" y="2514600"/>
            <a:ext cx="21272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753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473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98280" y="3114080"/>
            <a:ext cx="26711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2288" y="3178088"/>
            <a:ext cx="25431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require verification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15124" y="3114080"/>
            <a:ext cx="296815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9132" y="3178088"/>
            <a:ext cx="284013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28999" y="3114080"/>
            <a:ext cx="22552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3007" y="3178088"/>
            <a:ext cx="21272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