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5 gap(s) and 2 mitigation action(s) identified. Top risk: Missing evidence blocks control closure Main evidence gap: No explicit effective date is provided for the control period beyond Q1 2024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In-progress evidence may not be verified in time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No explicit effective date is provided for the control period beyond Q1 2024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7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9958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7157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22547" y="1920240"/>
            <a:ext cx="301467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6555" y="1984248"/>
            <a:ext cx="288666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82944" y="1920240"/>
            <a:ext cx="277606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952" y="1984248"/>
            <a:ext cx="264805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04732" y="1920240"/>
            <a:ext cx="217954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8740" y="1984248"/>
            <a:ext cx="205153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99587" cy="471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71571" cy="343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22547" y="2450592"/>
            <a:ext cx="3014676" cy="471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6555" y="2514600"/>
            <a:ext cx="2886660" cy="343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82944" y="2450592"/>
            <a:ext cx="2776068" cy="471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952" y="2514600"/>
            <a:ext cx="2648052" cy="343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04732" y="2450592"/>
            <a:ext cx="2179547" cy="4716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8740" y="2514600"/>
            <a:ext cx="2051531" cy="343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77088"/>
            <a:ext cx="2499587" cy="47376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041096"/>
            <a:ext cx="2371571" cy="3457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22547" y="2977088"/>
            <a:ext cx="3014676" cy="47376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6555" y="3041096"/>
            <a:ext cx="2886660" cy="3457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In-progress evidence may not be verified in t…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82944" y="2977088"/>
            <a:ext cx="2776068" cy="47376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952" y="3041096"/>
            <a:ext cx="2648052" cy="3457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 is satisfied by the attached email-export ar…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04732" y="2977088"/>
            <a:ext cx="2179547" cy="473763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8740" y="3041096"/>
            <a:ext cx="2051531" cy="3457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505715"/>
            <a:ext cx="2499587" cy="4700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569723"/>
            <a:ext cx="2371571" cy="3420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22547" y="3505715"/>
            <a:ext cx="3014676" cy="4700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6555" y="3569723"/>
            <a:ext cx="2886660" cy="3420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explicit effective date is provided for th…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82944" y="3505715"/>
            <a:ext cx="2776068" cy="4700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952" y="3569723"/>
            <a:ext cx="2648052" cy="3420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04732" y="3505715"/>
            <a:ext cx="2179547" cy="47003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8740" y="3569723"/>
            <a:ext cx="2051531" cy="3420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030614"/>
            <a:ext cx="2499587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094622"/>
            <a:ext cx="2371571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22547" y="4030614"/>
            <a:ext cx="3014676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6555" y="4094622"/>
            <a:ext cx="2886660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governing law or jurisdiction is mentioned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82944" y="4030614"/>
            <a:ext cx="2776068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952" y="4094622"/>
            <a:ext cx="2648052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04732" y="4030614"/>
            <a:ext cx="2179547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8740" y="4094622"/>
            <a:ext cx="2051531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554980"/>
            <a:ext cx="2499587" cy="46896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618988"/>
            <a:ext cx="2371571" cy="3409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322547" y="4554980"/>
            <a:ext cx="3014676" cy="46896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6555" y="4618988"/>
            <a:ext cx="2886660" cy="3409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formal notice period is specified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382944" y="4554980"/>
            <a:ext cx="2776068" cy="46896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952" y="4618988"/>
            <a:ext cx="2648052" cy="3409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04732" y="4554980"/>
            <a:ext cx="2179547" cy="468969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8740" y="4618988"/>
            <a:ext cx="2051531" cy="3409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5078813"/>
            <a:ext cx="2499587" cy="4684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142821"/>
            <a:ext cx="2371571" cy="340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322547" y="5078813"/>
            <a:ext cx="3014676" cy="4684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6555" y="5142821"/>
            <a:ext cx="2886660" cy="340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indemnification or confidentiality clauses…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382944" y="5078813"/>
            <a:ext cx="2776068" cy="4684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952" y="5142821"/>
            <a:ext cx="2648052" cy="340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204732" y="5078813"/>
            <a:ext cx="2179547" cy="46843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68740" y="5142821"/>
            <a:ext cx="2051531" cy="340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602114"/>
            <a:ext cx="2499587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666122"/>
            <a:ext cx="2371571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322547" y="5602114"/>
            <a:ext cx="3014676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86555" y="5666122"/>
            <a:ext cx="2886660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counterparties are listed for any agreement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382944" y="5602114"/>
            <a:ext cx="2776068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952" y="5666122"/>
            <a:ext cx="2648052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204732" y="5602114"/>
            <a:ext cx="2179547" cy="46950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68740" y="5666122"/>
            <a:ext cx="2051531" cy="3414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1355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08553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36515" y="1920240"/>
            <a:ext cx="250509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0523" y="1984248"/>
            <a:ext cx="237707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7327" y="1920240"/>
            <a:ext cx="237561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1335" y="1984248"/>
            <a:ext cx="22476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08663" y="1920240"/>
            <a:ext cx="237561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2671" y="1984248"/>
            <a:ext cx="22476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135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0855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email-export artifact for EV-002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36515" y="2450592"/>
            <a:ext cx="250509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0523" y="2514600"/>
            <a:ext cx="237707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7327" y="2450592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1335" y="2514600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8663" y="2450592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2671" y="2514600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1355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08553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36515" y="3114080"/>
            <a:ext cx="250509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0523" y="3178088"/>
            <a:ext cx="237707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7327" y="3114080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1335" y="3178088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8663" y="3114080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2671" y="3178088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7239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49690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496906" cy="1212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email-export artifact for EV-002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74144"/>
            <a:ext cx="4496906" cy="10733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email-export artifact for EV-002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42242" y="2029968"/>
            <a:ext cx="534203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42242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9986" y="2267712"/>
            <a:ext cx="486654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79986" y="2706624"/>
            <a:ext cx="4866549" cy="129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No explicit effective date is provided for the control period beyond q1 2024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79986" y="4051678"/>
            <a:ext cx="4866549" cy="995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 governing law or jurisdiction is mentioned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 formal notice period is specified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email-export artifact for EV-002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email-export artifact for EV-002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