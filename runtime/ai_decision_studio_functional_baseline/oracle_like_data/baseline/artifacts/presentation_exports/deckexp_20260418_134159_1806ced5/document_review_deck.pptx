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6985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4265" y="1865376"/>
            <a:ext cx="3890014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4265" y="1865376"/>
            <a:ext cx="389001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2009" y="2103120"/>
            <a:ext cx="34145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2009" y="2432303"/>
            <a:ext cx="3414526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27643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6363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383" y="1920240"/>
            <a:ext cx="28248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7391" y="1984248"/>
            <a:ext cx="26968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3383" y="2450592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391" y="2514600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33383" y="3114080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391" y="3178088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472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191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70165" y="1920240"/>
            <a:ext cx="25074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4173" y="1984248"/>
            <a:ext cx="23794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23368" y="1920240"/>
            <a:ext cx="232761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7376" y="1984248"/>
            <a:ext cx="219960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96706" y="1920240"/>
            <a:ext cx="238757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0714" y="1984248"/>
            <a:ext cx="225955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47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19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70165" y="2450592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4173" y="2514600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23368" y="2450592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7376" y="2514600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96706" y="2450592"/>
            <a:ext cx="23875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0714" y="2514600"/>
            <a:ext cx="22595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47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19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70165" y="3114080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4173" y="3178088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23368" y="3114080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7376" y="3178088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96706" y="3114080"/>
            <a:ext cx="23875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0714" y="3178088"/>
            <a:ext cx="22595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247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119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review of EV-005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070165" y="3777569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4173" y="3841577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623368" y="3777569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7376" y="3841577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996706" y="3777569"/>
            <a:ext cx="23875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0714" y="3841577"/>
            <a:ext cx="22595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9911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2362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23629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723629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8965" y="2029968"/>
            <a:ext cx="511531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896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6709" y="2267712"/>
            <a:ext cx="463982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6709" y="2706624"/>
            <a:ext cx="4639826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review of EV-005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review of EV-005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