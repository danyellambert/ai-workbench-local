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Candidate Review · Jane Doe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117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Jane Doe (São Paulo) apresenta 3.5 ano(s) de experiência estimada, 3 skill(s) mapeadas e 1 experiência(s) estruturada(s).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8459" y="1865376"/>
            <a:ext cx="387582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8459" y="1865376"/>
            <a:ext cx="387582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6203" y="2103120"/>
            <a:ext cx="34003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6203" y="2432303"/>
            <a:ext cx="340033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Strong applied AI execution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Good product + engineering bridge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Python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3.5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4805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4805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0914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0914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Strong applied AI execution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0914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Positive signal</a:t>
            </a:r>
            <a:endParaRPr sz="9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45338" y="2331720"/>
            <a:ext cx="3386666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5338" y="2331720"/>
            <a:ext cx="338666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4794" y="2551176"/>
            <a:ext cx="2947754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64794" y="2971800"/>
            <a:ext cx="2947754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Good product + engineering bridge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4794" y="4608576"/>
            <a:ext cx="294775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Positive signal</a:t>
            </a:r>
            <a:endParaRPr sz="9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52045" y="2331720"/>
            <a:ext cx="32322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2045" y="2331720"/>
            <a:ext cx="323223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1501" y="2551176"/>
            <a:ext cx="27933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71501" y="2971800"/>
            <a:ext cx="27933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Python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71501" y="4608576"/>
            <a:ext cx="27933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Positive signal</a:t>
            </a:r>
            <a:endParaRPr sz="9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404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24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Role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3426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7434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Organization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3303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7311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Date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23181" y="1920240"/>
            <a:ext cx="28610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7189" y="1984248"/>
            <a:ext cx="27330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404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Applied AI Engineer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3426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7434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Acme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3303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7311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2022-2025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23181" y="2450592"/>
            <a:ext cx="28610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7189" y="2514600"/>
            <a:ext cx="27330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Built RAG pipelines | Shipped eval-driven AI features</a:t>
            </a:r>
            <a:endParaRPr sz="9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468930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4213819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4213819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Validate scale/production depth</a:t>
            </a:r>
            <a:endParaRPr sz="15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59155" y="2048256"/>
            <a:ext cx="562512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59155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96899" y="2286000"/>
            <a:ext cx="5149636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96899" y="2734056"/>
            <a:ext cx="5149636" cy="12936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ownership.</a:t>
            </a:r>
            <a:endParaRPr sz="15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96899" y="4082555"/>
            <a:ext cx="5149636" cy="98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Agendar entrevista técnica focada em product thinking e delivery.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Validar senioridade, liderança e ownership em cenários reais.</a:t>
            </a:r>
            <a:endParaRPr sz="10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Agendar entrevista técnica focada em product thinking e delivery.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Validar senioridade, liderança e ownership em cenários reais.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scale/production depth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Agendar entrevista técnica focada em product thinking e delivery.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Validar senioridade, liderança e ownership em cenários reais.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Validate scale/production depth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