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action_plan_deck. Deck family: action_plan. Sources: evidenceops_action_store.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Short executive framing for the backlog state and required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as execution workstreams.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Condensed execution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versus mitigation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4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5258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3 open action(s) remain in the backlog and require owner assignment plus execution sequencing before closure.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2538" y="1865376"/>
            <a:ext cx="3871741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2538" y="1865376"/>
            <a:ext cx="387174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50282" y="2103120"/>
            <a:ext cx="339625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50282" y="2432303"/>
            <a:ext cx="3396253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3 total actions are tracked in this backlog</a:t>
            </a:r>
            <a:endParaRPr sz="10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actions still lack named owners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230070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23007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79115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791158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Assign owners to the 3 open action(s)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79115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Open</a:t>
            </a:r>
            <a:endParaRPr sz="9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7350" y="2331720"/>
            <a:ext cx="3383819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7350" y="2331720"/>
            <a:ext cx="3383819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6806" y="2551176"/>
            <a:ext cx="2944907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46806" y="2971800"/>
            <a:ext cx="2944907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Validate cited evidence before acting on the backlog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46806" y="4608576"/>
            <a:ext cx="2944907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Open</a:t>
            </a:r>
            <a:endParaRPr sz="9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31210" y="2331720"/>
            <a:ext cx="3353069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31210" y="2331720"/>
            <a:ext cx="3353069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0666" y="2551176"/>
            <a:ext cx="2914157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Execution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50666" y="2971800"/>
            <a:ext cx="2914157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actions still lack named owners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50666" y="4608576"/>
            <a:ext cx="2914157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Risk signal</a:t>
            </a:r>
            <a:endParaRPr sz="9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8862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Action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09159" y="1920240"/>
            <a:ext cx="33147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3168" y="1984248"/>
            <a:ext cx="31866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Owner</a:t>
            </a:r>
            <a:endParaRPr sz="10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69579" y="1920240"/>
            <a:ext cx="33147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3588" y="1984248"/>
            <a:ext cx="31866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Status</a:t>
            </a:r>
            <a:endParaRPr sz="10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38862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Encaminhe o resultado para revisão humana a…</a:t>
            </a:r>
            <a:endParaRPr sz="9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09159" y="2450592"/>
            <a:ext cx="33147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514600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Unassigned</a:t>
            </a:r>
            <a:endParaRPr sz="9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69579" y="2450592"/>
            <a:ext cx="33147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3588" y="2514600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Recommended</a:t>
            </a:r>
            <a:endParaRPr sz="9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3114080"/>
            <a:ext cx="38862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178088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Abra os trechos-fonte citados para confirma…</a:t>
            </a:r>
            <a:endParaRPr sz="9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709159" y="3114080"/>
            <a:ext cx="33147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8" y="3178088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Unassigned</a:t>
            </a:r>
            <a:endParaRPr sz="9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69579" y="3114080"/>
            <a:ext cx="33147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3588" y="3178088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Recommended</a:t>
            </a:r>
            <a:endParaRPr sz="9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2463475" y="2084831"/>
            <a:ext cx="7234569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353747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37247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P1</a:t>
            </a:r>
            <a:endParaRPr sz="9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372471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37247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297013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2970135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Assign owners to the 3 open action(s)</a:t>
            </a:r>
            <a:endParaRPr sz="10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971031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9167" y="1783080"/>
            <a:ext cx="342318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P2</a:t>
            </a:r>
            <a:endParaRPr sz="9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69167" y="2331720"/>
            <a:ext cx="3423185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9167" y="2331720"/>
            <a:ext cx="342318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0335" y="2532888"/>
            <a:ext cx="302084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0335" y="2916936"/>
            <a:ext cx="3020849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Validate cited evidence before acting on the backlog</a:t>
            </a:r>
            <a:endParaRPr sz="1000" b="0" i="0"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588316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1808" y="1783080"/>
            <a:ext cx="337247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P3</a:t>
            </a:r>
            <a:endParaRPr sz="900" b="1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11808" y="2331720"/>
            <a:ext cx="3372471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1808" y="2331720"/>
            <a:ext cx="337247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2976" y="2532888"/>
            <a:ext cx="297013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3</a:t>
            </a:r>
            <a:endParaRPr sz="1400" b="1" i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12976" y="2916936"/>
            <a:ext cx="2970135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Close the human-review gate before final decision</a:t>
            </a:r>
            <a:endParaRPr sz="10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48256"/>
            <a:ext cx="4851911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48256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86000"/>
            <a:ext cx="4376423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34056"/>
            <a:ext cx="4376423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Open actions still lack named owners</a:t>
            </a:r>
            <a:endParaRPr sz="15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21759" y="2048256"/>
            <a:ext cx="546252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21759" y="2048256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59503" y="2286000"/>
            <a:ext cx="4987032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59503" y="2734056"/>
            <a:ext cx="4987032" cy="13216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Assign owners, validate evidence and close the human-review gate before execution.</a:t>
            </a:r>
            <a:endParaRPr sz="15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59503" y="4110577"/>
            <a:ext cx="4987032" cy="9551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Assign owners to the 3 open action(s)</a:t>
            </a:r>
            <a:endParaRPr sz="10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Action Plan  •  2026-04-05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