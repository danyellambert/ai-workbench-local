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evidence_pack_deck. Deck family: evidence_audit. Sources: evidenceops_worklog, evidenceops_action_store.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Reframed summary for audit / evidence executive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Risk versus mitigation framing for the evidence pack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AUDIT / COMPLIANCE EXECUTIVE HANDOFF GROUNDED IN EVIDENCEOPS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4263F"/>
                </a:solidFill>
                <a:latin typeface="Arial"/>
              </a:rPr>
              <a:t>AI Workbench Local — Evidence Pack Review</a:t>
            </a:r>
            <a:endParaRPr sz="34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Audit / compliance executive handoff grounded in EvidenceOps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5580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Risk gap review surfaced 1 key finding(s), 3 open action(s) and a live human-review requirement for this audit slice.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42860" y="1865376"/>
            <a:ext cx="3841419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42860" y="1865376"/>
            <a:ext cx="3841419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80604" y="2103120"/>
            <a:ext cx="33659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80604" y="2432303"/>
            <a:ext cx="3365931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1 grounded finding(s) in the current review</a:t>
            </a:r>
            <a:endParaRPr sz="10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open follow-up action(s) remain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421238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42123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1982326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36222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6222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5678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5678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 items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648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4823" y="2212848"/>
            <a:ext cx="249085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42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842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 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93423" y="2212848"/>
            <a:ext cx="2490856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3423" y="2212848"/>
            <a:ext cx="249085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2879" y="2432304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12879" y="3017520"/>
            <a:ext cx="2051944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Unique docs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760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480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Type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99046" y="1920240"/>
            <a:ext cx="388346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3054" y="1984248"/>
            <a:ext cx="375545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Finding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8233" y="1920240"/>
            <a:ext cx="31560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2241" y="1984248"/>
            <a:ext cx="30280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Evidence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760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480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gap</a:t>
            </a:r>
            <a:endParaRPr sz="9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9046" y="2450592"/>
            <a:ext cx="388346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3054" y="2514600"/>
            <a:ext cx="375545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No owner is named for the migration task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8233" y="2450592"/>
            <a:ext cx="31560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2241" y="2514600"/>
            <a:ext cx="30280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-</a:t>
            </a:r>
            <a:endParaRPr sz="9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status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8862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758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Action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0915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316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Owner</a:t>
            </a:r>
            <a:endParaRPr sz="10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69579" y="1920240"/>
            <a:ext cx="33147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3588" y="1984248"/>
            <a:ext cx="31866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263F"/>
                </a:solidFill>
                <a:latin typeface="Arial"/>
              </a:rPr>
              <a:t>Status</a:t>
            </a:r>
            <a:endParaRPr sz="10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Encaminhe o resultado para revisão humana a…</a:t>
            </a:r>
            <a:endParaRPr sz="9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5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Unassigned</a:t>
            </a:r>
            <a:endParaRPr sz="9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9579" y="2450592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3588" y="2514600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8862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7581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Abra os trechos-fonte citados para confirma…</a:t>
            </a:r>
            <a:endParaRPr sz="9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70915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Unassigned</a:t>
            </a:r>
            <a:endParaRPr sz="9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9579" y="3114080"/>
            <a:ext cx="33147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3588" y="3178088"/>
            <a:ext cx="31866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Recommended</a:t>
            </a:r>
            <a:endParaRPr sz="9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Risks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48256"/>
            <a:ext cx="504515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86000"/>
            <a:ext cx="4569664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Risks / watchouts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34056"/>
            <a:ext cx="4569664" cy="12936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owner is named for the migration task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82555"/>
            <a:ext cx="4569664" cy="98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actions still lack named owners</a:t>
            </a:r>
            <a:endParaRPr sz="10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15000" y="2048256"/>
            <a:ext cx="5269279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15000" y="2048256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2744" y="2286000"/>
            <a:ext cx="4793791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 / actions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2744" y="2734056"/>
            <a:ext cx="4793791" cy="13386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an owner, validate evidence and confirm human sign-off before externalizing the pack.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2744" y="4127541"/>
            <a:ext cx="4793791" cy="9382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Assign an owner to the missing migration task</a:t>
            </a:r>
            <a:endParaRPr sz="10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Assign an owner to the missing migration task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source snippets before external handoff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Keep human review active until evidence closure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Assign an owner to the missing migration task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Validate source snippets before external handoff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Keep human review active until evidence closure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17287"/>
                </a:solidFill>
                <a:latin typeface="Arial"/>
              </a:rPr>
              <a:t>AI Workbench Local • Evidence Pack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