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[EV-002] Source: Privileged Account Approval Email.pdf | Evidence: EV-002 is satisfied by the attached email-export artifact once archived in the approved repository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3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action(s) include owner, due date or status context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 the appendix for full task wording and source traceability.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68071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680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2915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29159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email with Q1 access-review evidence p…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2915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5351" y="2331720"/>
            <a:ext cx="3223592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5351" y="2331720"/>
            <a:ext cx="322359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4807" y="2551176"/>
            <a:ext cx="27846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4807" y="2971800"/>
            <a:ext cx="2784680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 changes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4807" y="4608576"/>
            <a:ext cx="2784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8984" y="2331720"/>
            <a:ext cx="337529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8984" y="2331720"/>
            <a:ext cx="337529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8440" y="2551176"/>
            <a:ext cx="293638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8440" y="2971800"/>
            <a:ext cx="293638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Backlog requires evidence closure and sequence confirmation before close-out.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8440" y="4608576"/>
            <a:ext cx="29363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0744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7943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30409" y="1920240"/>
            <a:ext cx="268761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94417" y="1984248"/>
            <a:ext cx="255959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63740" y="1920240"/>
            <a:ext cx="248740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7748" y="1984248"/>
            <a:ext cx="235939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96870" y="1920240"/>
            <a:ext cx="248740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0878" y="1984248"/>
            <a:ext cx="235939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0744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7943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30409" y="2450592"/>
            <a:ext cx="26876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417" y="2514600"/>
            <a:ext cx="25595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63740" y="2450592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7748" y="2514600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96870" y="2450592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0878" y="2514600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0744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7943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30409" y="3114080"/>
            <a:ext cx="26876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417" y="3178088"/>
            <a:ext cx="25595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63740" y="3114080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7748" y="3178088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96870" y="3114080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0878" y="3178088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80744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7943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EV-002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30409" y="3777569"/>
            <a:ext cx="268761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4417" y="3841577"/>
            <a:ext cx="255959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63740" y="3777569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7748" y="3841577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96870" y="3777569"/>
            <a:ext cx="248740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0878" y="3841577"/>
            <a:ext cx="235939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 changes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 (2)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EV-002 — Archive EV-002 artifact in approved repository</a:t>
            </a:r>
            <a:endParaRPr sz="13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504442" y="2084831"/>
            <a:ext cx="7201407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94714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454405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454405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45440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305206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3052069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email with Q1 access-review evidence p…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19804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1101" y="1783080"/>
            <a:ext cx="335686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51101" y="2331720"/>
            <a:ext cx="335686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1101" y="2331720"/>
            <a:ext cx="3356861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2269" y="2532888"/>
            <a:ext cx="295452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52269" y="2916936"/>
            <a:ext cx="295452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96121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7418" y="1783080"/>
            <a:ext cx="3356861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27418" y="2331720"/>
            <a:ext cx="3356861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7418" y="2331720"/>
            <a:ext cx="335686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8586" y="2532888"/>
            <a:ext cx="2954525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8586" y="2916936"/>
            <a:ext cx="2954525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EV-002 · Archive EV-002 artifact in approved repository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current run.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 changes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09 / 09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