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evidence highlights supporting the candidate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Candidate Review · Jane Doe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hiring summary grounded in cv_analysis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86825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Jane Doe presents as a hiring profile centered on Applied AI Engineer · Python, RAG from São Paulo. Grounded evidence suggests about 3.5 year(s) of experience across 1 structured role(s). Top strengths: Strong applied AI execution; Good product + engineering bridge. Primary watchout: Validate scale/production depth.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4105" y="1865376"/>
            <a:ext cx="3800174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4105" y="1865376"/>
            <a:ext cx="380017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1849" y="2103120"/>
            <a:ext cx="33246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821849" y="2432303"/>
            <a:ext cx="3324686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Strong applied AI execution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Good product + engineering bridge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Python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3.5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years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Skills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Languages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1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Experience entries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Strengths snapshot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4542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45424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0651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0651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Strong applied AI execution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065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2704" y="2331720"/>
            <a:ext cx="3317514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2704" y="2331720"/>
            <a:ext cx="3317514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160" y="2551176"/>
            <a:ext cx="2878602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Strength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62160" y="2971800"/>
            <a:ext cx="2878602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Good product + engineering bridge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2160" y="4608576"/>
            <a:ext cx="287860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Positive signal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80258" y="2331720"/>
            <a:ext cx="340402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0258" y="2331720"/>
            <a:ext cx="340402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9714" y="2551176"/>
            <a:ext cx="296510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Signal 3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99714" y="2971800"/>
            <a:ext cx="296510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Additional executive signal not populated in this slice.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99714" y="4608576"/>
            <a:ext cx="296510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Optional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Evidence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49199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36397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Signal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14955" y="1920240"/>
            <a:ext cx="359676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78963" y="1984248"/>
            <a:ext cx="346874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Value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57439" y="1920240"/>
            <a:ext cx="342684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1447" y="1984248"/>
            <a:ext cx="329882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Detail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450592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14600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Experience</a:t>
            </a:r>
            <a:endParaRPr sz="10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14955" y="2450592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8963" y="2514600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3.5 years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957439" y="2450592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1447" y="2514600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1 structured role(s)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114080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78088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Core skills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14955" y="3114080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3" y="3178088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Python, RAG, Structured outputs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957439" y="3114080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1447" y="3178088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3 mapped skill(s)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77569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3841577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Languages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14955" y="3777569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8963" y="3841577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English, Portuguese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957439" y="3777569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1447" y="3841577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 language(s)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4441057"/>
            <a:ext cx="349199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505065"/>
            <a:ext cx="336397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Recent anchor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14955" y="4441057"/>
            <a:ext cx="359676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8963" y="4505065"/>
            <a:ext cx="346874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957439" y="4441057"/>
            <a:ext cx="342684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1447" y="4505065"/>
            <a:ext cx="329882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Acme</a:t>
            </a:r>
            <a:endParaRPr sz="1000" b="0" i="0"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08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Experience highlights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Role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3426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7434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Organization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93303" y="1920240"/>
            <a:ext cx="238415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7311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Date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23181" y="1920240"/>
            <a:ext cx="286109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7189" y="1984248"/>
            <a:ext cx="273308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Applied AI Engineer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3426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7434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Acme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93303" y="2450592"/>
            <a:ext cx="238415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7311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2022-2025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23181" y="2450592"/>
            <a:ext cx="286109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7189" y="2514600"/>
            <a:ext cx="273308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Built RAG pipelines | Shipped eval-driven AI features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Gaps vs hiring thesis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872577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39708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Gaps / risks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397089" cy="12428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4330"/>
            <a:ext cx="4397089" cy="10431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Leadership and ownership signals are not explicit in the current cv.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2425" y="2029968"/>
            <a:ext cx="5441854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2425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0169" y="2267712"/>
            <a:ext cx="496636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Hiring thesis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80169" y="2706624"/>
            <a:ext cx="4966366" cy="13127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Advance to the next stage with focused validation of leadership, scope and business impact.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80169" y="4074220"/>
            <a:ext cx="4966366" cy="973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leadership and ownership signals are not explicit in the curre…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scale/production depth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leadership and ownership signals are not explicit in the current CV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Run a focused interview on leadership, ownership and stakeholder management exa…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Validate scale/production depth</a:t>
            </a:r>
            <a:endParaRPr sz="13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leadership and ownership signals are not explicit in the current CV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Run a focused interview on leadership, ownership and stakeholder management exa…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Validate delivery depth with concrete examples of architecture, execution and b…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Candidate Review  •  2026-04-05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08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