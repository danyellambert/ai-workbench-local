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Benchmark &amp; Eval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candidatos foram consolidados no benchmark, com success rate médio de 100% e liderança atual de qwen2.5:7b. A camada de eval registrou 2 runs, com PASS rate de 50% e needs review de 50%.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Top benchmark candidate atual: qwen2.5:7b.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Benchmark success rate agregado em 100%.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Use-case fit médio de benchmark em 89%.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Benchmark and eval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candidates</a:t>
            </a:r>
            <a:endParaRPr sz="12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model: qwen2.5:7b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3535" y="2212848"/>
            <a:ext cx="245855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100%</a:t>
            </a:r>
            <a:endParaRPr sz="24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success</a:t>
            </a:r>
            <a:endParaRPr sz="12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latency: 0.95s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831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runs</a:t>
            </a:r>
            <a:endParaRPr sz="1200" b="1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suite: structured_smoke_eval</a:t>
            </a:r>
            <a:endParaRPr sz="10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6127" y="2212848"/>
            <a:ext cx="251815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50%</a:t>
            </a:r>
            <a:endParaRPr sz="2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score: 90%</a:t>
            </a:r>
            <a:endParaRPr sz="1000" b="0" i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Model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125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845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Model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35513" y="1920240"/>
            <a:ext cx="249251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9521" y="1984248"/>
            <a:ext cx="236449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3747" y="1920240"/>
            <a:ext cx="26722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7755" y="1984248"/>
            <a:ext cx="25442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91766" y="1920240"/>
            <a:ext cx="249251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5774" y="1984248"/>
            <a:ext cx="236449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Fit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125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845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qwen2.5:7b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5513" y="2450592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9521" y="2514600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0.900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3747" y="2450592"/>
            <a:ext cx="2672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7755" y="2514600"/>
            <a:ext cx="2544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1.10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1766" y="2450592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5774" y="2514600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90%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125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845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gpt-4o-mini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35513" y="3114080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9521" y="3178088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0.880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3747" y="3114080"/>
            <a:ext cx="2672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7755" y="3178088"/>
            <a:ext cx="2544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0.80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1766" y="3114080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5774" y="3178088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88%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Eval suite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2973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0172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Suite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52697" y="1920240"/>
            <a:ext cx="25800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6705" y="1984248"/>
            <a:ext cx="24520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Pass rate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8464" y="1920240"/>
            <a:ext cx="25800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2472" y="1984248"/>
            <a:ext cx="24520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Avg score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04232" y="1920240"/>
            <a:ext cx="25800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8240" y="1984248"/>
            <a:ext cx="24520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2973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0172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structured_smoke_eval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52697" y="2450592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705" y="2514600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8464" y="2450592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2472" y="2514600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04232" y="2450592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8240" y="2514600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1.20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2973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0172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checklist_regression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52697" y="3114080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6705" y="3178088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0%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8464" y="3114080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2472" y="3178088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80%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04232" y="3114080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8240" y="3178088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2.40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44663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97115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971151" cy="1342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qwen2.5:7b como candidato principal da próxima rodada controlada, mantendo o quality gate apoiado no PASS rate atual de 50%.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104287"/>
            <a:ext cx="4971151" cy="9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Promover qwen2.5:7b para uma rodada shadow/controlada como candidato de…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16487" y="2029968"/>
            <a:ext cx="486779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648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4231" y="2267712"/>
            <a:ext cx="43923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54231" y="2706624"/>
            <a:ext cx="4392304" cy="12611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Needs review rate acima do conforto operacional (50%).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54231" y="4022669"/>
            <a:ext cx="4392304" cy="10248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Fail rate: 0%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Avg eval latency: 1.80s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Promover qwen2.5:7b para uma rodada shadow/controlada como candidato default.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seguinte.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Serializar este contrato e chamar o `ppt_creator_app` por API HTTP no próximo s…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qwen2.5:7b para uma rodada shadow/controlada como candidato default.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Reduzir backlog de needs_review antes de ampliar o escopo da rodada seguinte.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Serializar este contrato e chamar o `ppt_creator_app` por API HTTP no próximo s…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