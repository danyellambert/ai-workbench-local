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713232"/>
            <a:ext cx="1060704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9728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Hero-cover stress test with a more editorial treatment of the heading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626364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4263F"/>
                </a:solidFill>
                <a:latin typeface="Arial"/>
              </a:rPr>
              <a:t>AI Workbench Local — Operational Review of Benchmarks, Evaluations, Evidence Quality, Human…</a:t>
            </a:r>
            <a:endParaRPr sz="2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825496"/>
            <a:ext cx="53949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287"/>
                </a:solidFill>
                <a:latin typeface="Arial"/>
              </a:rPr>
              <a:t>Hero-cover stress test with a more editorial treatment of the heading block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3959352"/>
            <a:ext cx="4892040" cy="93268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4142231"/>
            <a:ext cx="4562855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This version should look cleaner and more deliberate, not merely compressed enough to avoid collision.</a:t>
            </a:r>
            <a:endParaRPr sz="14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321040" y="1463040"/>
            <a:ext cx="3063240" cy="3383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21040" y="1463040"/>
            <a:ext cx="306324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77072" y="1719072"/>
            <a:ext cx="2551176" cy="15851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3377325"/>
            <a:ext cx="2551176" cy="1212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Designer hero-cover v4b  •  2026-04-05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