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EXTREME COLLISION CHECK WITH A DESIGNER-BIASED TRUNCATION AND SPACING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562356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4263F"/>
                </a:solidFill>
                <a:latin typeface="Arial"/>
              </a:rPr>
              <a:t>AI Workbench Local — Executive Deck for Benchmark, Evaluation, Evidence Quality…</a:t>
            </a:r>
            <a:endParaRPr sz="21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Extreme collision check with a designer-biased truncation and spacing strategy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78992" y="3685032"/>
            <a:ext cx="4892040" cy="9326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3867911"/>
            <a:ext cx="4562855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The idea here is that even aggressive truncation should still look intentional, balanced and presentation-ready.</a:t>
            </a:r>
            <a:endParaRPr sz="14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Designer extreme v4b  •  2026-04-05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