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LONG TITLE IN SPLIT-PANEL LAYOUT WITH STRONGER HIERARCHY AND SAFER SPACING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5623560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4263F"/>
                </a:solidFill>
                <a:latin typeface="Arial"/>
              </a:rPr>
              <a:t>AI Workbench Local — Benchmark &amp; Eval Review for Executive Stakeholders with Extended…</a:t>
            </a:r>
            <a:endParaRPr sz="21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551176"/>
            <a:ext cx="48920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287"/>
                </a:solidFill>
                <a:latin typeface="Arial"/>
              </a:rPr>
              <a:t>Long title in split-panel layout with stronger hierarchy and safer spacing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78992" y="3685032"/>
            <a:ext cx="4892040" cy="93268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43584" y="3867911"/>
            <a:ext cx="4562855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This cover should feel more premium: calmer hierarchy, explicit separation before the body and no text collisions.</a:t>
            </a:r>
            <a:endParaRPr sz="14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Designer split-panel v4b  •  2026-04-05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