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document_review_deck. Deck family: review. Sources: structured_result, document_agent.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Findings grounded in the structured/document-agent payload.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Decision framing for the grounded document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REVIEW OF THE LATEST GROUNDED DOCUMENT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Document Review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review of the latest grounded document 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384298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Access Review Evidence Log: 2 risk(s), 0 gap(s) and 3 mitigation action(s) identified. Top risk: Missing evidence blocks control closure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481578" y="1865376"/>
            <a:ext cx="3902701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81578" y="1865376"/>
            <a:ext cx="3902701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19322" y="2103120"/>
            <a:ext cx="342721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19322" y="2432303"/>
            <a:ext cx="3427213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Missing evidence blocks control closure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In-progress evidence not yet verified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Archive EV-002 artifact in approved repository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 count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Actions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Top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56316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43514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386122" y="1920240"/>
            <a:ext cx="271406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50130" y="1984248"/>
            <a:ext cx="258604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45905" y="1920240"/>
            <a:ext cx="294953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09913" y="1984248"/>
            <a:ext cx="282151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41157" y="1920240"/>
            <a:ext cx="224312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5165" y="1984248"/>
            <a:ext cx="211510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56316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43514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386122" y="2450592"/>
            <a:ext cx="271406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0130" y="2514600"/>
            <a:ext cx="258604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Missing evidence blocks control closure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45905" y="2450592"/>
            <a:ext cx="294953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09913" y="2514600"/>
            <a:ext cx="282151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Missing or in-progress items block control closure…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41157" y="2450592"/>
            <a:ext cx="224312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05165" y="2514600"/>
            <a:ext cx="211510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56316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43514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386122" y="3114080"/>
            <a:ext cx="271406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50130" y="3178088"/>
            <a:ext cx="258604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In-progress evidence not yet verified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145905" y="3114080"/>
            <a:ext cx="294953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09913" y="3178088"/>
            <a:ext cx="282151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Missing or in-progress items block control closure…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141157" y="3114080"/>
            <a:ext cx="224312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05165" y="3178088"/>
            <a:ext cx="211510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plan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42630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2982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Action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249260" y="1920240"/>
            <a:ext cx="246453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13268" y="1984248"/>
            <a:ext cx="23365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759517" y="1920240"/>
            <a:ext cx="2289521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23525" y="1984248"/>
            <a:ext cx="216150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094758" y="1920240"/>
            <a:ext cx="2289521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8766" y="1984248"/>
            <a:ext cx="216150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34263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32982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Archive EV-002 artifact in approved repository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249260" y="2450592"/>
            <a:ext cx="246453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3268" y="2514600"/>
            <a:ext cx="233652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IT Operations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759517" y="2450592"/>
            <a:ext cx="228952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23525" y="2514600"/>
            <a:ext cx="216150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094758" y="2450592"/>
            <a:ext cx="228952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58766" y="2514600"/>
            <a:ext cx="216150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34263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32982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Verify provenance of missing evidence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249260" y="3114080"/>
            <a:ext cx="246453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13268" y="3178088"/>
            <a:ext cx="233652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759517" y="3114080"/>
            <a:ext cx="228952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23525" y="3178088"/>
            <a:ext cx="216150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094758" y="3114080"/>
            <a:ext cx="228952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58766" y="3178088"/>
            <a:ext cx="216150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34263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32982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Complete review of all evidence items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249260" y="3777569"/>
            <a:ext cx="246453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13268" y="3841577"/>
            <a:ext cx="233652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759517" y="3777569"/>
            <a:ext cx="228952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23525" y="3841577"/>
            <a:ext cx="216150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094758" y="3777569"/>
            <a:ext cx="228952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58766" y="3841577"/>
            <a:ext cx="216150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25713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78164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781645" cy="122363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Archive EV-002 artifact in approved repository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3985121"/>
            <a:ext cx="4781645" cy="106236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Archive EV-002 artifact in approved repository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26981" y="2029968"/>
            <a:ext cx="505729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26981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4725" y="2267712"/>
            <a:ext cx="458181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64725" y="2706624"/>
            <a:ext cx="4581810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Open-ended questions may require additional human reading when the document has contextual ambiguity.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3063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Archive EV-002 artifact in approved repository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Complete review of all evidence items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3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Archive EV-002 artifact in approved repository</a:t>
            </a:r>
            <a:endParaRPr sz="13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Verify provenance of missing evidence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Complete review of all evidence items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Open the cited source excerpts to confirm the interpretation before acting.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