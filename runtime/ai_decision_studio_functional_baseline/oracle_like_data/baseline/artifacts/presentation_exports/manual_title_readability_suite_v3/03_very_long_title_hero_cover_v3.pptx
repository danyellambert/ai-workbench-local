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713232"/>
            <a:ext cx="1060704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Hero-cover stress test tuned to avoid title/subtitle/body collisions on the opening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196327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4263F"/>
                </a:solidFill>
                <a:latin typeface="Arial"/>
              </a:rPr>
              <a:t>AI Workbench Local — Operational Review of…</a:t>
            </a:r>
            <a:endParaRPr sz="20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478024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Hero-cover stress test tuned to avoid title/subtitle/body collisions on the opening slide</a:t>
            </a:r>
            <a:endParaRPr sz="1300" b="0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3502152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This deck should keep the body visually separated from the headline block even under aggressive title length.</a:t>
            </a:r>
            <a:endParaRPr sz="15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321040" y="1463040"/>
            <a:ext cx="3063240" cy="3383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1463040"/>
            <a:ext cx="306324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1719072"/>
            <a:ext cx="2551176" cy="15851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3377325"/>
            <a:ext cx="2551176" cy="1212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Collision-first hero-cover test  •  2026-04-05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