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benchmark_eval_executive_deck. Sources: phase7_model_comparison_log, phase8_eval_store.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Resumo executivo consolidado a partir dos agregados de benchmark/eval.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Métricas executivas consolidadas para leitura rápida.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Leaderboard agregado de modelos para o slice benchmark/eval.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Suites de eval ordenadas por qualidade agregada.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Comparação entre decisão recomendada e pontos de atenção operacionais.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Próximos passos sugeridos para o próximo slice da integração.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RESUMO EXECUTIVO DA RODADA ATUAL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Benchmark &amp; Eval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Resumo executivo da rodada atual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31422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2 candidatos foram consolidados no benchmark, com success rate médio de 100% e liderança atual de qwen2.5:7b. A camada de eval registrou 2 runs, com PASS rate de 50% e needs review de 50%.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28702" y="1865376"/>
            <a:ext cx="3855577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8702" y="1865376"/>
            <a:ext cx="385557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66446" y="2103120"/>
            <a:ext cx="33800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66446" y="2432303"/>
            <a:ext cx="3380089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Top benchmark candidate atual: qwen2.5:7b.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Benchmark success rate agregado em 100%.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Use-case fit médio de benchmark em 89%.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Benchmark and eval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458551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45855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Benchmark candidates</a:t>
            </a:r>
            <a:endParaRPr sz="1200" b="1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6695" y="3602736"/>
            <a:ext cx="2019639" cy="10607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Top model: qwen2.5:7b</a:t>
            </a:r>
            <a:endParaRPr sz="10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73535" y="2212848"/>
            <a:ext cx="2458551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3535" y="2212848"/>
            <a:ext cx="245855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2991" y="2432304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100%</a:t>
            </a:r>
            <a:endParaRPr sz="24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92991" y="3017520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Benchmark success</a:t>
            </a:r>
            <a:endParaRPr sz="1200" b="1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92991" y="3602736"/>
            <a:ext cx="2019639" cy="10607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Avg latency: 0.95s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69831" y="2212848"/>
            <a:ext cx="2458551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9831" y="2212848"/>
            <a:ext cx="245855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9287" y="2432304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89287" y="3017520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Eval runs</a:t>
            </a:r>
            <a:endParaRPr sz="1200" b="1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89287" y="3602736"/>
            <a:ext cx="2019639" cy="10607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Top suite: structured_smoke_eval</a:t>
            </a:r>
            <a:endParaRPr sz="1000" b="0" i="0"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866127" y="2212848"/>
            <a:ext cx="2518152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6127" y="2212848"/>
            <a:ext cx="2518152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5583" y="2432304"/>
            <a:ext cx="207924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50%</a:t>
            </a:r>
            <a:endParaRPr sz="2400" b="1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85583" y="3017520"/>
            <a:ext cx="207924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Eval PASS rate</a:t>
            </a:r>
            <a:endParaRPr sz="1200" b="1" i="0"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085583" y="3602736"/>
            <a:ext cx="2079240" cy="10607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Avg score: 90%</a:t>
            </a:r>
            <a:endParaRPr sz="1000" b="0" i="0"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Model leaderboard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1255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8453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Model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35513" y="1920240"/>
            <a:ext cx="249251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99521" y="1984248"/>
            <a:ext cx="236449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Signal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73747" y="1920240"/>
            <a:ext cx="267229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7755" y="1984248"/>
            <a:ext cx="254428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Latency (s)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91766" y="1920240"/>
            <a:ext cx="249251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5774" y="1984248"/>
            <a:ext cx="236449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Fit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1255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8453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qwen2.5:7b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35513" y="2450592"/>
            <a:ext cx="249251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9521" y="2514600"/>
            <a:ext cx="236449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0.900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73747" y="2450592"/>
            <a:ext cx="26722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7755" y="2514600"/>
            <a:ext cx="25442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1.10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91766" y="2450592"/>
            <a:ext cx="249251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5774" y="2514600"/>
            <a:ext cx="236449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90%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81255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8453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gpt-4o-mini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35513" y="3114080"/>
            <a:ext cx="249251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99521" y="3178088"/>
            <a:ext cx="236449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0.880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73747" y="3114080"/>
            <a:ext cx="26722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7755" y="3178088"/>
            <a:ext cx="25442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0.80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91766" y="3114080"/>
            <a:ext cx="249251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55774" y="3178088"/>
            <a:ext cx="236449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88%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Eval suite leaderboard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72973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0172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Suite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552697" y="1920240"/>
            <a:ext cx="258004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6705" y="1984248"/>
            <a:ext cx="245203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Pass rate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78464" y="1920240"/>
            <a:ext cx="258004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2472" y="1984248"/>
            <a:ext cx="245203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Avg score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04232" y="1920240"/>
            <a:ext cx="258004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8240" y="1984248"/>
            <a:ext cx="245203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Latency (s)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72973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0172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structured_smoke_eval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52697" y="2450592"/>
            <a:ext cx="258004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6705" y="2514600"/>
            <a:ext cx="245203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100%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78464" y="2450592"/>
            <a:ext cx="258004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2472" y="2514600"/>
            <a:ext cx="245203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100%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04232" y="2450592"/>
            <a:ext cx="258004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8240" y="2514600"/>
            <a:ext cx="245203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1.20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72973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0172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checklist_regression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552697" y="3114080"/>
            <a:ext cx="258004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6705" y="3178088"/>
            <a:ext cx="245203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0%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78464" y="3114080"/>
            <a:ext cx="258004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2472" y="3178088"/>
            <a:ext cx="245203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80%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04232" y="3114080"/>
            <a:ext cx="258004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8240" y="3178088"/>
            <a:ext cx="245203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2.40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446639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971151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971151" cy="13427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Promover qwen2.5:7b como candidato principal da próxima rodada controlada, mantendo o quality gate apoiado no PASS rate atual de 50%.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104287"/>
            <a:ext cx="4971151" cy="9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Promover qwen2.5:7b para uma rodada shadow/controlada como candidato de…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Reduzir backlog de needs_review antes de ampliar o escopo da rodada seg…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16487" y="2029968"/>
            <a:ext cx="486779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16487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54231" y="2267712"/>
            <a:ext cx="439230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54231" y="2706624"/>
            <a:ext cx="4392304" cy="12611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Needs review rate acima do conforto operacional (50%).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54231" y="4022669"/>
            <a:ext cx="4392304" cy="10248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Fail rate: 0%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Avg eval latency: 1.80s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Promover qwen2.5:7b para uma rodada shadow/controlada como candidato default.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Reduzir backlog de needs_review antes de ampliar o escopo da rodada seguinte.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Serializar este contrato e chamar o `ppt_creator_app` por API HTTP no próximo s…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Promover qwen2.5:7b para uma rodada shadow/controlada como candidato default.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Reduzir backlog de needs_review antes de ampliar o escopo da rodada seguinte.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Serializar este contrato e chamar o `ppt_creator_app` por API HTTP no próximo s…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