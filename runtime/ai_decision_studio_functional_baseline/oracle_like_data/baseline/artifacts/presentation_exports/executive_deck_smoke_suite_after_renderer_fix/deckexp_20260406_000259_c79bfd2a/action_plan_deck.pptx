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action_plan_deck. Deck family: action_plan. Sources: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Short executive framing for the backlog state and required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as execution workstreams.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Condensed execution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versus mitigation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5258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 open action(s) remain in the backlog and require owner assignment plus execution sequencing before closure.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2538" y="1865376"/>
            <a:ext cx="3871741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2538" y="1865376"/>
            <a:ext cx="387174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50282" y="2103120"/>
            <a:ext cx="339625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50282" y="2432303"/>
            <a:ext cx="3396253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2 total actions are tracked in this backlog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Human review remains the final decision gate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4083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4083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0192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0192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owners to the 2 open action(s)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0192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38115" y="2331720"/>
            <a:ext cx="332814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8115" y="2331720"/>
            <a:ext cx="332814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7571" y="2551176"/>
            <a:ext cx="288922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57571" y="2971800"/>
            <a:ext cx="288922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Validate cited evidence before acting on the backlog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57571" y="4608576"/>
            <a:ext cx="288922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6296" y="2331720"/>
            <a:ext cx="3397983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6296" y="2331720"/>
            <a:ext cx="339798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5752" y="2551176"/>
            <a:ext cx="2959071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Execution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05752" y="2971800"/>
            <a:ext cx="2959071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Backlog requires owners and sequencing before execution.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05752" y="4608576"/>
            <a:ext cx="29590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Risk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3" y="1975104"/>
            <a:ext cx="37764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18303" y="1920240"/>
            <a:ext cx="330555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7" y="1975104"/>
            <a:ext cx="319582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78723" y="1920240"/>
            <a:ext cx="330555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3588" y="1975104"/>
            <a:ext cx="319582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886200" cy="183203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2505456"/>
            <a:ext cx="3776472" cy="1722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Definir owner do controle anual</a:t>
            </a:r>
            <a:endParaRPr sz="11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18303" y="2450592"/>
            <a:ext cx="3305556" cy="183203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7" y="2505456"/>
            <a:ext cx="3195828" cy="1722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Compliance</a:t>
            </a:r>
            <a:endParaRPr sz="11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78723" y="2450592"/>
            <a:ext cx="3305556" cy="183203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3588" y="2505456"/>
            <a:ext cx="3195828" cy="1722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Open</a:t>
            </a:r>
            <a:endParaRPr sz="11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346638"/>
            <a:ext cx="3886200" cy="17249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" y="4401502"/>
            <a:ext cx="3776472" cy="161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Validar sign-off jurídico</a:t>
            </a:r>
            <a:endParaRPr sz="11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18303" y="4346638"/>
            <a:ext cx="3305556" cy="17249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7" y="4401502"/>
            <a:ext cx="3195828" cy="161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Legal</a:t>
            </a:r>
            <a:endParaRPr sz="11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78723" y="4346638"/>
            <a:ext cx="3305556" cy="17249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3588" y="4401502"/>
            <a:ext cx="3195828" cy="161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In_Progress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63475" y="2084831"/>
            <a:ext cx="7234569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53747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37247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724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Assign owners to the 2 open action(s)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1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9167" y="1783080"/>
            <a:ext cx="342318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9167" y="2331720"/>
            <a:ext cx="342318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9167" y="2331720"/>
            <a:ext cx="342318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0335" y="2532888"/>
            <a:ext cx="302084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0335" y="2916936"/>
            <a:ext cx="302084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Validate cited evidence before acting on the backlog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88316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1808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11808" y="2331720"/>
            <a:ext cx="337247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1808" y="2331720"/>
            <a:ext cx="33724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2976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12976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Close the human-review gate before final decision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88554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41005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410055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backlog.</a:t>
            </a:r>
            <a:endParaRPr sz="15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55391" y="2029968"/>
            <a:ext cx="542888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5539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3135" y="2267712"/>
            <a:ext cx="49534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93135" y="2706624"/>
            <a:ext cx="4953400" cy="13267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owners, validate evidence and close the human-review gate before execution.</a:t>
            </a:r>
            <a:endParaRPr sz="15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93135" y="4088205"/>
            <a:ext cx="4953400" cy="9592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Assign owners to the 2 open action(s)</a:t>
            </a:r>
            <a:endParaRPr sz="11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