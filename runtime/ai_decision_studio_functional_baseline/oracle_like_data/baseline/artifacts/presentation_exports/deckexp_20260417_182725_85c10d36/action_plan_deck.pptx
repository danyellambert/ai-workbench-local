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action_plan_run, grounding_preview, document_agent_action_plan.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framing for the grounded execution plan and current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grounded action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Governance Committee Minutes and Action Items — Governance Committee Minutes and Action Items.pdf: Set up auto-renewal calendar alerts | Set up auto-renewal calendar alerts; Governance Committee Minutes and Action Items — Governance Committee Minutes and Action Items.pdf: Draft SCC Appendix for data residency | Draft SCC Appendix for data residency; Governance Committee Minutes and Action Items — Governance Committee Minutes and Action Items.pdf: Define incident response SLOs | Define incident response SLOs; Privileged Account Approval Email — Privileged Account Approval Email.pdf: Negotiate liability cap with vendor legal | Negotiate liability cap with vendor legal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ordered from the grounded due dates and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blockers and mitigation path derived from the current action-plan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GROUNDED EXECUTION PLAN FOR THE CURRENT DOCUMENT-BACKED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Grounded execution plan for the current document-backed run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500774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4 grounded action(s) span contract redlines, privacy transfer controls, incident-response commitments and evidence closure. Immediate focus: Set up auto-renewal calendar alerts; Draft SCC Appendix for data residency.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98054" y="1865376"/>
            <a:ext cx="3786225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98054" y="1865376"/>
            <a:ext cx="378622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35798" y="2103120"/>
            <a:ext cx="33107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35798" y="2432303"/>
            <a:ext cx="3310737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Set up auto-renewal calendar alerts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Grounded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05840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5840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5296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25296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Owners assigned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4440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4440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3896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53896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Dated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3041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3041" y="2212848"/>
            <a:ext cx="242123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2497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82497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Blocked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7267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[Governance Committee Minutes and Action Items] Set up…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17287"/>
                </a:solidFill>
                <a:latin typeface="Arial"/>
              </a:rPr>
              <a:t>Operations • 2024-03-18 • Governance Committee Minutes and Action Items</a:t>
            </a:r>
            <a:endParaRPr sz="7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9958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9958" y="2331720"/>
            <a:ext cx="337267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9414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9414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[Governance Committee Minutes and Action Items] Draft S…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9414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17287"/>
                </a:solidFill>
                <a:latin typeface="Arial"/>
              </a:rPr>
              <a:t>James Park • 2024-03-25 • Governance Committee Minutes and Action Items</a:t>
            </a:r>
            <a:endParaRPr sz="7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62676" y="2331720"/>
            <a:ext cx="322160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2676" y="2331720"/>
            <a:ext cx="322160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132" y="2551176"/>
            <a:ext cx="278269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132" y="2971800"/>
            <a:ext cx="278269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[Governance Committee Minutes and Action Items] Define…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132" y="4608576"/>
            <a:ext cx="278269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17287"/>
                </a:solidFill>
                <a:latin typeface="Arial"/>
              </a:rPr>
              <a:t>Alex Rivera • 2024-03-28 • Governance Committee Minutes and Action Items</a:t>
            </a:r>
            <a:endParaRPr sz="7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4767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1966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70639" y="1920240"/>
            <a:ext cx="23781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647" y="1984248"/>
            <a:ext cx="22501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94547" y="1920240"/>
            <a:ext cx="221891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555" y="1984248"/>
            <a:ext cx="209089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59182" y="1920240"/>
            <a:ext cx="23250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3190" y="1984248"/>
            <a:ext cx="21970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5476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196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[Governance Committee Minutes and Action It…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0639" y="2450592"/>
            <a:ext cx="23781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647" y="2514600"/>
            <a:ext cx="22501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94547" y="2450592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555" y="2514600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59182" y="2450592"/>
            <a:ext cx="23250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3190" y="2514600"/>
            <a:ext cx="21970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5476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196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[Governance Committee Minutes and Action It…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70639" y="3114080"/>
            <a:ext cx="23781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647" y="3178088"/>
            <a:ext cx="22501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94547" y="3114080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555" y="3178088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59182" y="3114080"/>
            <a:ext cx="23250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3190" y="3178088"/>
            <a:ext cx="21970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5476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196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[Governance Committee Minutes and Action It…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70639" y="3777569"/>
            <a:ext cx="23781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647" y="3841577"/>
            <a:ext cx="22501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94547" y="3777569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555" y="3841577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59182" y="3777569"/>
            <a:ext cx="23250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3190" y="3841577"/>
            <a:ext cx="21970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35476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34196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[Privileged Account Approval Email] Negotia…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70639" y="4441057"/>
            <a:ext cx="23781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647" y="4505065"/>
            <a:ext cx="22501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794547" y="4441057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555" y="4505065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059182" y="4441057"/>
            <a:ext cx="23250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23190" y="4505065"/>
            <a:ext cx="21970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013153" y="2084831"/>
            <a:ext cx="8124986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3425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47182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2471827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7182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06949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069491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 · Operations — Set up auto-renewal calendar alerts • Governance Comm…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615163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8523" y="1783080"/>
            <a:ext cx="251273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68523" y="2331720"/>
            <a:ext cx="251273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8523" y="2331720"/>
            <a:ext cx="251273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9691" y="2532888"/>
            <a:ext cx="211039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69691" y="2916936"/>
            <a:ext cx="211039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 · James Park — Draft SCC Appendix for data residency • Governance Co…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326900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0715" y="1783080"/>
            <a:ext cx="247182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00715" y="2331720"/>
            <a:ext cx="2471827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715" y="2331720"/>
            <a:ext cx="247182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1883" y="2532888"/>
            <a:ext cx="206949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1883" y="2916936"/>
            <a:ext cx="2069491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 · Alex Rivera — Define incident response SLOs • Governance Committee…</a:t>
            </a:r>
            <a:endParaRPr sz="1100" b="0" i="0">
              <a:latin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02841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1998" y="1783080"/>
            <a:ext cx="249228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P4</a:t>
            </a:r>
            <a:endParaRPr sz="1000" b="1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891998" y="2331720"/>
            <a:ext cx="249228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91998" y="2331720"/>
            <a:ext cx="249228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3166" y="2532888"/>
            <a:ext cx="208994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4</a:t>
            </a:r>
            <a:endParaRPr sz="1400" b="1" i="0"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93166" y="2916936"/>
            <a:ext cx="208994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 · Maria Santos — Negotiate liability cap with vendor legal • Privile…</a:t>
            </a:r>
            <a:endParaRPr sz="11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0492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2943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29439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Liability cap remains unresolved in the contract redline.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29439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Cross-border transfer and data residency wording still require a…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Incident-response commitments are still underspecified for produc…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74775" y="2029968"/>
            <a:ext cx="530950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7477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519" y="2267712"/>
            <a:ext cx="483401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2519" y="2706624"/>
            <a:ext cx="4834016" cy="13064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Set up auto-renewal calendar alerts (Operations, due 2024-03-18) • Governance Committee Minutes and Action Items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12519" y="4067925"/>
            <a:ext cx="4834016" cy="979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Set up auto-renewal calendar alerts (Operations, due 2024-03-18)…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Draft SCC Appendix for data residency (James Park, due 2024-03-25…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