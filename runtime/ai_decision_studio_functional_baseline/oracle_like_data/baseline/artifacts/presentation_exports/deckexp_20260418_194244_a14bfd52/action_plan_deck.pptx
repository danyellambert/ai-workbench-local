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the vendor confirms the named personnel list before each quarter begins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access‑review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37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57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6746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0754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1066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074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0533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4541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6746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54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1066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5074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0533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4541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6746" y="3114080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0754" y="3178088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1066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5074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0533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4541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6746" y="3777569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0754" y="3841577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31066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5074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0533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4541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access‑review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57015"/>
            <a:ext cx="6263640" cy="1655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A03 — Confirm vendor personnel list before each quarter begins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Owner: Vendor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Owner: Vendor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7879" y="2084831"/>
            <a:ext cx="7185761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815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access‑review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7975" y="1783080"/>
            <a:ext cx="33255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7975" y="2331720"/>
            <a:ext cx="332556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7975" y="2331720"/>
            <a:ext cx="332556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9143" y="2532888"/>
            <a:ext cx="29232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9143" y="2916936"/>
            <a:ext cx="292323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63912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300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6300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300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416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416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Confirm vendor personnel list before each quarter begins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access‑review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access‑review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