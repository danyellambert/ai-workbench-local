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0 gap(s) and 3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not be verified in time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16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88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39617" y="1920240"/>
            <a:ext cx="282149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3625" y="1984248"/>
            <a:ext cx="269347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06832" y="1920240"/>
            <a:ext cx="29351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0840" y="1984248"/>
            <a:ext cx="28070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87662" y="1920240"/>
            <a:ext cx="21966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1670" y="1984248"/>
            <a:ext cx="20686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16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88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39617" y="2450592"/>
            <a:ext cx="28214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3625" y="2514600"/>
            <a:ext cx="26934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06832" y="2450592"/>
            <a:ext cx="29351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0840" y="2514600"/>
            <a:ext cx="28070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7662" y="2450592"/>
            <a:ext cx="21966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1670" y="2514600"/>
            <a:ext cx="20686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16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88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39617" y="3114080"/>
            <a:ext cx="28214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3625" y="3178088"/>
            <a:ext cx="26934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not be verified in t…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06832" y="3114080"/>
            <a:ext cx="29351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0840" y="3178088"/>
            <a:ext cx="28070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87662" y="3114080"/>
            <a:ext cx="21966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1670" y="3178088"/>
            <a:ext cx="20686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61120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48318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34165" y="1920240"/>
            <a:ext cx="23978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173" y="1984248"/>
            <a:ext cx="22698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77770" y="1920240"/>
            <a:ext cx="223039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1778" y="1984248"/>
            <a:ext cx="21023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53885" y="1920240"/>
            <a:ext cx="223039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893" y="1984248"/>
            <a:ext cx="21023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6112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4831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34165" y="2450592"/>
            <a:ext cx="23978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173" y="2514600"/>
            <a:ext cx="22698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77770" y="2450592"/>
            <a:ext cx="22303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1778" y="2514600"/>
            <a:ext cx="21023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53885" y="2450592"/>
            <a:ext cx="22303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893" y="2514600"/>
            <a:ext cx="21023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6112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4831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 items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34165" y="3114080"/>
            <a:ext cx="23978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173" y="3178088"/>
            <a:ext cx="22698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77770" y="3114080"/>
            <a:ext cx="22303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1778" y="3178088"/>
            <a:ext cx="21023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53885" y="3114080"/>
            <a:ext cx="22303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893" y="3178088"/>
            <a:ext cx="21023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6112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4831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Complete control closure for Q1 2024 Northwind vendor-control review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34165" y="3777569"/>
            <a:ext cx="23978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173" y="3841577"/>
            <a:ext cx="22698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877770" y="3777569"/>
            <a:ext cx="22303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1778" y="3841577"/>
            <a:ext cx="21023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53885" y="3777569"/>
            <a:ext cx="22303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893" y="3841577"/>
            <a:ext cx="21023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8167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80618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806185" cy="123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95690"/>
            <a:ext cx="4806185" cy="105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 items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1521" y="2029968"/>
            <a:ext cx="503275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152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9265" y="2267712"/>
            <a:ext cx="455727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9265" y="2706624"/>
            <a:ext cx="455727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control closure for Q1 2024 Northwind vendor-control review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control closure for Q1 2024 Northwind vendor-control review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