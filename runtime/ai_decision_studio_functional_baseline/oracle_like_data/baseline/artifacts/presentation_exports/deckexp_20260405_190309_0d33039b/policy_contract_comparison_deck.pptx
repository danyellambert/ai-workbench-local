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Diferenças e impactos extraídos do fluxo de comparação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13050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revisada introduz novas obrigações operacionais e ainda pede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10330" y="1865376"/>
            <a:ext cx="3973949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10330" y="1865376"/>
            <a:ext cx="397394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48074" y="2103120"/>
            <a:ext cx="349846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48074" y="2432303"/>
            <a:ext cx="3498461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Aprovação formal agora é mandatória.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Ainda falta owner explícito do controle anual.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Formal approval became mandatory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8893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6091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11892" y="1920240"/>
            <a:ext cx="257117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75900" y="1984248"/>
            <a:ext cx="244315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Finding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8786" y="1920240"/>
            <a:ext cx="257117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2794" y="1984248"/>
            <a:ext cx="244315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Documents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45679" y="1920240"/>
            <a:ext cx="2638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9687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889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609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obligation_change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11892" y="2450592"/>
            <a:ext cx="25711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900" y="2514600"/>
            <a:ext cx="24431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Formal approval became mandatory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8786" y="2450592"/>
            <a:ext cx="25711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794" y="2514600"/>
            <a:ext cx="24431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Policy 2025, Policy 2026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45679" y="2450592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9687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Policy 2026 / page 4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531451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839029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839029" cy="12085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97516"/>
            <a:ext cx="4839029" cy="10682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84365" y="2048256"/>
            <a:ext cx="499991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4365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2109" y="2286000"/>
            <a:ext cx="4524426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2109" y="2734056"/>
            <a:ext cx="4524426" cy="1264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Validação jurídica final ainda pendente.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2109" y="4053764"/>
            <a:ext cx="4524426" cy="10120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Legal sign-off still missing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