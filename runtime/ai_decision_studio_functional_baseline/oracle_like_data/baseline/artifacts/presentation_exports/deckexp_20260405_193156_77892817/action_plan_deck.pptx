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Operational action plan grounded in current action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57218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3 open action(s) remain in the backlog and require owner assignment plus execution sequencing before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0218" y="1920240"/>
            <a:ext cx="4029781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54498" y="1865376"/>
            <a:ext cx="4029781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54498" y="1865376"/>
            <a:ext cx="4029781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2242" y="2103120"/>
            <a:ext cx="355429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2242" y="2432303"/>
            <a:ext cx="3554293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3 total actions are tracked in this backlog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Open actions still lack named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Total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Overdue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Approval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Priority workstreams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86584"/>
            <a:ext cx="3230070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230070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323007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32888"/>
            <a:ext cx="28277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Priority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53512"/>
            <a:ext cx="282773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owners to the 3 open action(s)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626864"/>
            <a:ext cx="282773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070" y="2386584"/>
            <a:ext cx="3383819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7350" y="2331720"/>
            <a:ext cx="3383819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7350" y="2331720"/>
            <a:ext cx="3383819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8518" y="2532888"/>
            <a:ext cx="298148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Priority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8518" y="2953512"/>
            <a:ext cx="29814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Validate cited evidence before acting on the 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8518" y="4626864"/>
            <a:ext cx="29814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930" y="2386584"/>
            <a:ext cx="3353069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1210" y="2331720"/>
            <a:ext cx="3353069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1210" y="2331720"/>
            <a:ext cx="3353069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2378" y="2532888"/>
            <a:ext cx="295073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Execution 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378" y="2953512"/>
            <a:ext cx="295073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Open actions still lack named owners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378" y="4626864"/>
            <a:ext cx="29507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Risk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38862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79" y="1975104"/>
            <a:ext cx="33147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5300" y="1975104"/>
            <a:ext cx="33147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38862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Encaminhe o resultado para revisão humana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2505456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5300" y="2505456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68944"/>
            <a:ext cx="38862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Abra os trechos-fonte citados para confirma…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79" y="3168944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5300" y="3168944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Execution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3372471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7247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Assign owners to the 3 open action(s)</a:t>
            </a:r>
          </a:p>
        </p:txBody>
      </p:sp>
      <p:sp>
        <p:nvSpPr>
          <p:cNvPr id="11" name="Oval 10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887" y="2386584"/>
            <a:ext cx="3423185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9167" y="2331720"/>
            <a:ext cx="342318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Validate cited evidence before acting on the backlog</a:t>
            </a:r>
          </a:p>
        </p:txBody>
      </p:sp>
      <p:sp>
        <p:nvSpPr>
          <p:cNvPr id="18" name="Oval 17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P3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528" y="2386584"/>
            <a:ext cx="3372471" cy="26517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1808" y="2331720"/>
            <a:ext cx="337247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63F"/>
                </a:solidFill>
                <a:latin typeface="Apto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Close the human-review gate before final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Blockers vs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4851911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4851911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437642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Blockers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4376423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Open actions still lack named owners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7479" y="2103120"/>
            <a:ext cx="5462520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21759" y="2048256"/>
            <a:ext cx="5462520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1759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9503" y="2286000"/>
            <a:ext cx="498703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3" y="2734056"/>
            <a:ext cx="4987032" cy="1321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owners, validate evidence and close the human-review gate before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503" y="4110577"/>
            <a:ext cx="4987032" cy="955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Assign owners to the 3 open action(s)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Action Plan  •  2026-04-05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