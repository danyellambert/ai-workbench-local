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Executive Comparison:  
The documents reflect distinct control mechanisms—one focused on evidence completeness for vendor control closure, the other on ongoing governance of privileged access with strict lifecycle requirements. While the first emphasizes proactive verification and resolution of missing artifacts to close controls, the second underscores continuous oversight, recertification, and accountability in privileged account management.
- Evidence gaps must be resolved before control closure, requiring documented provenance.  
- Missing artifacts can be validated via archived email-export evidence (EV-002).  
- Privileged access requires quarterly recertification and logging integration.  
- Access approvals are contingent on strict scoping and logging controls.  
- Personnel changes trigger immediate revalidation of access rights.  
- Governance models differ: one is evidence-driven for control closure; the other is lifecycle-driven for access accountability.</a:t>
            </a:r>
            <a:endParaRPr sz="12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documents reflect distinct control mechanisms—one focused on evidence c…</a:t>
            </a:r>
            <a:endParaRPr sz="1000" b="0" i="0">
              <a:latin typeface="Arial"/>
            </a:endParaRPr>
          </a:p>
          <a:p>
            <a:pPr algn="l">
              <a:lnSpc>
                <a:spcPct val="100000"/>
              </a:lnSpc>
              <a:spcAft>
                <a:spcPts val="300"/>
              </a:spcAft>
            </a:pPr>
            <a:r>
              <a:rPr sz="900" b="0" i="0">
                <a:solidFill>
                  <a:srgbClr val="203247"/>
                </a:solidFill>
                <a:latin typeface="Arial"/>
              </a:rPr>
              <a:t>• Evidence gaps must be resolved before control closure, requiring documented…</a:t>
            </a:r>
            <a:endParaRPr sz="1000" b="0" i="0">
              <a:latin typeface="Arial"/>
            </a:endParaRPr>
          </a:p>
          <a:p>
            <a:pPr algn="l">
              <a:lnSpc>
                <a:spcPct val="100000"/>
              </a:lnSpc>
              <a:spcAft>
                <a:spcPts val="300"/>
              </a:spcAft>
            </a:pPr>
            <a:r>
              <a:rPr sz="900" b="0" i="0">
                <a:solidFill>
                  <a:srgbClr val="203247"/>
                </a:solidFill>
                <a:latin typeface="Arial"/>
              </a:rPr>
              <a:t>• Missing artifacts can be validated via archived email-export evidence (EV-0…</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Missing or incomplete evidence blocks control closure until provenance is verified. | EV-002 can be satisfied by an att…</a:t>
            </a:r>
            <a:endParaRPr sz="8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The approval is conditional on continuous logging integration and quarterly recertification, indicating a governance-fo…</a:t>
            </a:r>
            <a:endParaRPr sz="8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vendor_oversight_delta</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documents reflect distinct control mechanisms—one focused on…</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Q1 2024 Northwind vendor-control review uses a synthetic evidence register (E…</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gaps must be resolved before control closure,…</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Q1 2024 Northwind vendor-control review uses a synthetic evidence register (E…</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Missing artifacts can be validated via archived email-export…</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Q1 2024 Northwind vendor-control review uses a synthetic evidence register (E…</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access requires quarterly recertification and logging integration</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Q1 2024 Northwind vendor-control review uses a synthetic evidence register (E…</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approvals are contingent on strict scoping and…</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Q1 2024 Northwind vendor-control review uses a synthetic evidence register (E…</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Personnel changes trigger immediate revalidation of access rights</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Q1 2024 Northwind vendor-control review uses a synthetic evidence register (E…</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