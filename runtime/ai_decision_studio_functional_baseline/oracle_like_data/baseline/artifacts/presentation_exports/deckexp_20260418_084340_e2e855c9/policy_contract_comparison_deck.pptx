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Executive Comparison:  
The Access Review Evidence Log (EVD-101) establishes a formal, audit-driven framework for validating control closure through complete, properly archived evidence tied to vendor reviews, with critical gaps directly blocking closure. In contrast, the Privileged Account Approval Email enforces a narrowly scoped, time-bound access grant for specific support roles, contingent on active logging, quarterly recertification, and vendor confirmation, with revalidation triggered by personnel changes. While EVD-101 ensures evidence completeness for control closure across the vendor ecosystem, the email approval is a tactical, personnel-specific authorization requiring ongoing compliance checks rather than a holistic evidence register.
-   EVD-101 mandates complete evidence archiving and repository path consistency for audit readiness; the email approval requires mandatory logging integration for access justification.  
-   EVD-101 requires resolution of critical evidence gaps before control closure; the email approval mandates quarterly recertification and vendor confirmation to maintain standing access.  
-   EVD-101 is a structured register for Q1 2024 vendor-control evidence mapping; the email approval is a one-time pilot authorization for two named administrators.  
-   EVD-101 failure to archive evidence delays control closure; the email approval requires revalidation if personnel change, creating a dynamic compliance trigger.  
-   EVD-101 emphasizes provenance and traceability for audit purposes; the email approval emphasizes strict task scoping (ticketed support/break-fix) and access limitation.  
-   EVD-101 governs evidence completeness for control closure across the vendor ecosystem; the email approval governs temporary, role-specific privileged access with built-in expiration conditions.</a:t>
            </a:r>
            <a:endParaRPr sz="9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establishes a formal, audit-driven…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EVD-101 mandates complete evidence archiving and repository path consistenc…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EVD-101 requires resolution of critical evidence gaps before control closur…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gaps must be resolved before control closure, highlighting dependency on artifact completeness. | Rep…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Access is strictly limited to ticketed support and break-fix tasks with mandatory logging integration. | Quarterly rece…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establishes a…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structured register for Q1 2…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mandates complete evidence archiving and repository path…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Repository path consistency and proper archiving are essential for audit readines…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requires resolution of critical evidence gaps before…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Critical evidence gaps must be resolved before control closure, highlighting depe…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is a structured register for Q1 2024…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structured register for Q1 2…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failure to archive evidence delays control closure;…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structured register for Q1 2…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emphasizes provenance and traceability for audit purposes;…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structured register for Q1 2…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