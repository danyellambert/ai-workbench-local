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LONG TITLE IN SPLIT-PANEL LAYOUT WITH STRONGER HIERARCHY AND SAFER SPACING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562356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4263F"/>
                </a:solidFill>
                <a:latin typeface="Arial"/>
              </a:rPr>
              <a:t>AI Workbench Local — Benchmark &amp; Eval Review for Executive Stakeholders with Extended…</a:t>
            </a:r>
            <a:endParaRPr sz="21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48920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287"/>
                </a:solidFill>
                <a:latin typeface="Arial"/>
              </a:rPr>
              <a:t>Long title in split-panel layout with stronger hierarchy and safer spacing</a:t>
            </a:r>
            <a:endParaRPr sz="1300" b="0" i="0">
              <a:latin typeface="Arial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1078992" y="3520440"/>
            <a:ext cx="1005840" cy="0"/>
          </a:xfrm>
          <a:prstGeom prst="line">
            <a:avLst/>
          </a:prstGeom>
          <a:ln w="13970">
            <a:solidFill>
              <a:srgbClr val="B08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078992" y="3685032"/>
            <a:ext cx="4892040" cy="9326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992" y="3685032"/>
            <a:ext cx="4892040" cy="4572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3867911"/>
            <a:ext cx="4562855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This cover should feel more premium: calmer hierarchy, explicit separation before the body and no text collisions.</a:t>
            </a:r>
            <a:endParaRPr sz="1400" b="0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Designer split-panel v4  •  2026-04-05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