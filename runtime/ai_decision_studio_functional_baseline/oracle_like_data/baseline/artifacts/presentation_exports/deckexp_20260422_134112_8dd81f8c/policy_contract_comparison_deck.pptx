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- The Access Review Evidence Log (EVD-101) documents synthetic evidence artifacts for the Q1 2024 Northwind vendor-control review, with critical gaps (e.g., missing approval email in EV-002) directly blocking control closure and audit sign-off, while the Privileged Account Approval Email establishes a separate, narrowly scoped access control mechanism for two administrators with strict operational and quarterly oversight requirements.  
- The Evidence Log focuses on resolving incomplete evidence to enable audit compliance, whereas the Approval Email enforces ongoing governance through quarterly recertification and vendor confirmation to prevent unauthorized privileged access.  
- The Evidence Log’s synthetic artifacts require explicit provenance tracking to avoid misinterpretation of placeholder data, while the Approval Email’s conditions (e.g., ticketed support scope, break-fix limitations) inherently contain access scope to mitigate risk.  
- Control closure in the Evidence Log is contingent on resolving missing evidence items, whereas the Approval Email’s access is inherently time-bound and requires revalidation for personnel changes, introducing continuous oversight rather than a one-time remediation task.  
- The Evidence Log’s gaps are technical and procedural (e.g., undated/unsigned evidence), while the Approval Email’s risks are operational (e.g., unauthorized use outside defined tasks), demanding different mitigation approaches.  
- The Evidence Log’s synthetic nature necessitates careful documentation to prevent audit misinterpretation, whereas the Approval Email’s conditions are explicitly designed to limit exposure through defined workflows and vendor accountability.  
- Recommendation: Resolve all Evidence Log gaps (e.g., complete EV-002 approval email, clarify EV-003 status) before audit sign-off to avoid control failure, while maintaining the Approval Email’s governance framework as a separate, ongoing control to sustain privileged access oversight.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(EVD-101) documents synthetic evidence artif…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Evidence Log focuses on resolving incomplete evidence to enable audit c…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Evidence Log’s synthetic artifacts require explicit provenance tracking…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323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33097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2433097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02536"/>
            <a:ext cx="226850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4345" y="1920240"/>
            <a:ext cx="2660639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74345" y="1920240"/>
            <a:ext cx="2660639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6641" y="2002536"/>
            <a:ext cx="24960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98993" y="1920240"/>
            <a:ext cx="2660639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98993" y="1920240"/>
            <a:ext cx="2660639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1289" y="2002536"/>
            <a:ext cx="24960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3640" y="1920240"/>
            <a:ext cx="2660639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23640" y="1920240"/>
            <a:ext cx="2660639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5936" y="2002536"/>
            <a:ext cx="24960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87168"/>
            <a:ext cx="2433097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569464"/>
            <a:ext cx="2268505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4345" y="2487168"/>
            <a:ext cx="2660639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6641" y="256946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98993" y="2487168"/>
            <a:ext cx="2660639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1289" y="256946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23640" y="2487168"/>
            <a:ext cx="2660639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5936" y="256946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Critical evidence gaps (e.g., missing approval email) directly impede control closure and must be resolved before audit…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2932938"/>
            <a:ext cx="2433097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015234"/>
            <a:ext cx="2268505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74345" y="2932938"/>
            <a:ext cx="2660639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6641" y="301523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98993" y="2932938"/>
            <a:ext cx="2660639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1289" y="301523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23640" y="2932938"/>
            <a:ext cx="2660639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05936" y="301523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is strictly limited to ticketed support and break-fix tasks, ensuring containment of privileged operations. | Qu…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378708"/>
            <a:ext cx="2433097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461003"/>
            <a:ext cx="2268505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74345" y="3378708"/>
            <a:ext cx="2660639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6641" y="3461003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(EVD-101) documents synthetic…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98993" y="3378708"/>
            <a:ext cx="2660639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1289" y="3461003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23640" y="3378708"/>
            <a:ext cx="2660639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05936" y="3461003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the evidence register for the…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3824478"/>
            <a:ext cx="2433097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3906774"/>
            <a:ext cx="2268505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74345" y="3824478"/>
            <a:ext cx="2660639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56641" y="390677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Evidence Log focuses on resolving incomplete evidence…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98993" y="3824478"/>
            <a:ext cx="2660639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1289" y="390677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23640" y="3824478"/>
            <a:ext cx="2660639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05936" y="390677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the evidence register for the…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4270248"/>
            <a:ext cx="2433097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" y="4352544"/>
            <a:ext cx="2268505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74345" y="4270248"/>
            <a:ext cx="2660639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56641" y="435254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Evidence Log’s synthetic artifacts require explicit provenance…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98993" y="4270248"/>
            <a:ext cx="2660639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1289" y="435254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23640" y="4270248"/>
            <a:ext cx="2660639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05936" y="435254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the evidence register for the…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" y="4716018"/>
            <a:ext cx="2433097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" y="4798314"/>
            <a:ext cx="2268505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74345" y="4716018"/>
            <a:ext cx="2660639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56641" y="479831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Control closure in the Evidence Log is contingent…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98993" y="4716018"/>
            <a:ext cx="2660639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1289" y="479831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23640" y="4716018"/>
            <a:ext cx="2660639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05936" y="4798314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the evidence register for the…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7240" y="5161788"/>
            <a:ext cx="2433097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9536" y="5244083"/>
            <a:ext cx="2268505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74345" y="5161788"/>
            <a:ext cx="2660639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56641" y="5244083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Evidence Log’s gaps are technical and procedural…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98993" y="5161788"/>
            <a:ext cx="2660639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81289" y="5244083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23640" y="5161788"/>
            <a:ext cx="2660639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05936" y="5244083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(pdf): Critical evidence gaps (e.g., missing approval email) directly impede control clo…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7240" y="5607557"/>
            <a:ext cx="2433097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9536" y="5689853"/>
            <a:ext cx="2268505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274345" y="5607557"/>
            <a:ext cx="2660639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56641" y="5689853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Evidence Log’s synthetic nature necessitates careful documentation…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98993" y="5607557"/>
            <a:ext cx="2660639" cy="37261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1289" y="5689853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23640" y="5607557"/>
            <a:ext cx="2660639" cy="37261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05936" y="5689853"/>
            <a:ext cx="2496047" cy="208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the evidence register for the…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76656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41832" y="2249424"/>
            <a:ext cx="1481328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