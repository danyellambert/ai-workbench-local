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Sarah Chen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Sarah Chen presents as a hiring profile centered on Senior ML Engineer · Transformer architectures, Instruction tuning from San Francisco, CA. Grounded evidence suggests about 5.0 year(s) of experience across 6 structured role(s). Top strengths: Technical leadership for small ML teams, mentorship, and cross-functional delivery; Research communication, publication writing, and experiment-driven iteration. Primary watchout: Scope and impact of production ML systems beyond daily prediction volume not explicitly quantified.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Technical leadership for small ML teams, mentorship, and cross-functional d…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Research communication, publication writing, and experiment-driven iteration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Production ML systems with 10M+ daily predictions and modern MLOps tooling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5.0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6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2232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2232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8340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8340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Technical leadership for small ML teams, mentorship, and cross-functi…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834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19600" y="2331720"/>
            <a:ext cx="3243349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9600" y="2331720"/>
            <a:ext cx="3243349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9056" y="2551176"/>
            <a:ext cx="2804437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9056" y="2971800"/>
            <a:ext cx="2804437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Research communication, publication writing, and experiment-driven it…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9056" y="4608576"/>
            <a:ext cx="280443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2989" y="2331720"/>
            <a:ext cx="3401290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2989" y="2331720"/>
            <a:ext cx="340129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445" y="2551176"/>
            <a:ext cx="2962378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2445" y="2971800"/>
            <a:ext cx="2962378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Production ML systems with 10M+ daily predictions and modern MLOps to…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2445" y="4608576"/>
            <a:ext cx="296237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320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040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55048" y="1920240"/>
            <a:ext cx="362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9056" y="1984248"/>
            <a:ext cx="349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28465" y="1920240"/>
            <a:ext cx="34558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92473" y="1984248"/>
            <a:ext cx="33277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5048" y="2450592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56" y="2514600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5.0 years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28465" y="2450592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473" y="2514600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6 structured role(s)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55048" y="3114080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9056" y="3178088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Transformer architectures, Instruction tuning, Evaluation design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28465" y="3114080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2473" y="3178088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33 mapped skill(s)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4320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3040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5048" y="3777569"/>
            <a:ext cx="362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9056" y="3841577"/>
            <a:ext cx="349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28465" y="3777569"/>
            <a:ext cx="34558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473" y="3841577"/>
            <a:ext cx="33277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52757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9955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50530" y="1920240"/>
            <a:ext cx="254591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4538" y="1984248"/>
            <a:ext cx="241790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2170" y="1920240"/>
            <a:ext cx="254591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6178" y="1984248"/>
            <a:ext cx="241790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33809" y="1920240"/>
            <a:ext cx="285047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7817" y="1984248"/>
            <a:ext cx="272245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527570" cy="56127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99554" cy="433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Senior ML Engineer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50530" y="2450592"/>
            <a:ext cx="2545919" cy="56127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4538" y="2514600"/>
            <a:ext cx="2417903" cy="433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2170" y="2450592"/>
            <a:ext cx="2545919" cy="56127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6178" y="2514600"/>
            <a:ext cx="2417903" cy="433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33809" y="2450592"/>
            <a:ext cx="2850470" cy="561271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7817" y="2514600"/>
            <a:ext cx="2722454" cy="433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Led RLHF and evaluation pipeline improvements for enterprise language-assistance products; reduced training and evaluat…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066727"/>
            <a:ext cx="2527570" cy="55917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30735"/>
            <a:ext cx="2399554" cy="4311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ML Engineer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50530" y="3066727"/>
            <a:ext cx="2545919" cy="55917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4538" y="3130735"/>
            <a:ext cx="2417903" cy="4311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Atlas Data Robotics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2170" y="3066727"/>
            <a:ext cx="2545919" cy="55917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6178" y="3130735"/>
            <a:ext cx="2417903" cy="4311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533809" y="3066727"/>
            <a:ext cx="2850470" cy="55917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7817" y="3130735"/>
            <a:ext cx="2722454" cy="4311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data quality scoring and annotation automation for large-scale ML workflows; supported high-throughput inference…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680769"/>
            <a:ext cx="2527570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744777"/>
            <a:ext cx="2399554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Research Engineer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50530" y="3680769"/>
            <a:ext cx="2545919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4538" y="3744777"/>
            <a:ext cx="2417903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Northstar Research Labs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42170" y="3680769"/>
            <a:ext cx="2545919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6178" y="3744777"/>
            <a:ext cx="2417903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533809" y="3680769"/>
            <a:ext cx="2850470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7817" y="3744777"/>
            <a:ext cx="2722454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Contributed to transformer-model experiments, published two peer-reviewed papers on attention mechanisms, and mentored…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292720"/>
            <a:ext cx="2527570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356728"/>
            <a:ext cx="2399554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350530" y="4292720"/>
            <a:ext cx="2545919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4538" y="4356728"/>
            <a:ext cx="2417903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Aurora AI Systems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42170" y="4292720"/>
            <a:ext cx="2545919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06178" y="4356728"/>
            <a:ext cx="2417903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 — Present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533809" y="4292720"/>
            <a:ext cx="2850470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7817" y="4356728"/>
            <a:ext cx="2722454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Led RLHF and evaluation pipeline improvements for enterprise language-assistance products; reduced training and evaluat…</a:t>
            </a:r>
            <a:endParaRPr sz="9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904671"/>
            <a:ext cx="2527570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968679"/>
            <a:ext cx="2399554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350530" y="4904671"/>
            <a:ext cx="2545919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4538" y="4968679"/>
            <a:ext cx="2417903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Atlas Data Robotics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42170" y="4904671"/>
            <a:ext cx="2545919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6178" y="4968679"/>
            <a:ext cx="2417903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2020 — 2022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533809" y="4904671"/>
            <a:ext cx="2850470" cy="55708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7817" y="4968679"/>
            <a:ext cx="2722454" cy="429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data quality scoring and annotation automation for large-scale ML workflows; supported high-throughput inference…</a:t>
            </a:r>
            <a:endParaRPr sz="10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5516621"/>
            <a:ext cx="2527570" cy="55499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5580629"/>
            <a:ext cx="2399554" cy="4269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350530" y="5516621"/>
            <a:ext cx="2545919" cy="55499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14538" y="5580629"/>
            <a:ext cx="2417903" cy="4269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Northstar Research Labs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42170" y="5516621"/>
            <a:ext cx="2545919" cy="55499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06178" y="5580629"/>
            <a:ext cx="2417903" cy="4269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2018 — 2020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533809" y="5516621"/>
            <a:ext cx="2850470" cy="55499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7817" y="5580629"/>
            <a:ext cx="2722454" cy="4269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Contributed to transformer-model experiments, published two peer-reviewed papers on attention mechanisms, and mentored…</a:t>
            </a:r>
            <a:endParaRPr sz="1000" b="0" i="0"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0593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3044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30446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Scope and impact of production ml systems beyond daily prediction volume not explicitly quantified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59936"/>
            <a:ext cx="4730446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Leadership scope beyond five-person pod not detailed with team size or…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Product thinking signals not explicitly articulated beyond collaboratio…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5782" y="2029968"/>
            <a:ext cx="510849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5782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3526" y="2267712"/>
            <a:ext cx="463300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3526" y="2706624"/>
            <a:ext cx="4633009" cy="1298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13526" y="4059936"/>
            <a:ext cx="4633009" cy="987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scope and impact of production ML systems beyond daily predict…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leadership scope beyond five-person pod not detailed with team…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scope and impact of production ML systems beyond daily prediction volu…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leadership scope beyond five-person pod not detailed with team size or…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Probe measurable scope, business impact and cross-functional ownership in inter…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Validate scope and impact of production ML systems beyond daily prediction volu…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leadership scope beyond five-person pod not detailed with team size or…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Probe measurable scope, business impact and cross-functional ownership in inter…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