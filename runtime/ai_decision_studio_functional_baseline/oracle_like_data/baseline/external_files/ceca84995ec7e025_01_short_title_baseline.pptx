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Baseline case for title/readability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BASELINE SHORT-TITLE CASE FOR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8412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4263F"/>
                </a:solidFill>
                <a:latin typeface="Arial"/>
              </a:rPr>
              <a:t>AI Workbench Local — Executive Review</a:t>
            </a:r>
            <a:endParaRPr sz="34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020824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Baseline short-title case for comparison</a:t>
            </a:r>
            <a:endParaRPr sz="1300" b="0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8992" y="3063240"/>
            <a:ext cx="539496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This is the control case to compare spacing, title size and subtitle placement against the long-title stress tests.</a:t>
            </a:r>
            <a:endParaRPr sz="1500" b="0" i="0"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Baseline title test  •  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