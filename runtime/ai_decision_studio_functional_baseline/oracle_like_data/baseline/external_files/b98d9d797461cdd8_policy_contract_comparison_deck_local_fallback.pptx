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Diferenças e impactos extraídos do fluxo de comparação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01191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adiciona obrigações novas e ainda depende 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98471" y="1865376"/>
            <a:ext cx="3985808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98471" y="1865376"/>
            <a:ext cx="398580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6215" y="2103120"/>
            <a:ext cx="351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6215" y="2432303"/>
            <a:ext cx="3510320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Nova obrigação de aprovação formal.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Owner do controle anual ainda não foi definido.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Formal approval became mandatory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739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459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96942" y="1920240"/>
            <a:ext cx="255414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0950" y="1984248"/>
            <a:ext cx="242612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805" y="1920240"/>
            <a:ext cx="255414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0813" y="1984248"/>
            <a:ext cx="242612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96669" y="1920240"/>
            <a:ext cx="26876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0677" y="1984248"/>
            <a:ext cx="25595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739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459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obligation_change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96942" y="2450592"/>
            <a:ext cx="2554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0950" y="2514600"/>
            <a:ext cx="2426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Formal approval became mandatory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6805" y="2450592"/>
            <a:ext cx="2554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0813" y="2514600"/>
            <a:ext cx="2426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Policy 2025, Policy 2026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96669" y="2450592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0677" y="2514600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Page 4 - approval formal required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211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7663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76631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776631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1967" y="2029968"/>
            <a:ext cx="506231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196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9711" y="2267712"/>
            <a:ext cx="458682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9711" y="2706624"/>
            <a:ext cx="4586824" cy="12804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Final legal validation is still pending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9711" y="4041980"/>
            <a:ext cx="4586824" cy="10055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Legal sign-off still missing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