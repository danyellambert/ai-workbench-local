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no payload estruturado/document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82133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 política revisada introduz novas obrigações operacionais e ainda pede validação jurídica final.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79413" y="1865376"/>
            <a:ext cx="3904866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79413" y="1865376"/>
            <a:ext cx="390486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17157" y="2103120"/>
            <a:ext cx="34293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17157" y="2432303"/>
            <a:ext cx="3429378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Aprovação formal agora é mandatória.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Ainda falta owner explícito do controle anual.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22657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09856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Type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49539" y="1920240"/>
            <a:ext cx="230213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3547" y="1984248"/>
            <a:ext cx="217412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Finding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97399" y="1920240"/>
            <a:ext cx="190653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61407" y="1984248"/>
            <a:ext cx="177852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49658" y="1920240"/>
            <a:ext cx="190653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13666" y="1984248"/>
            <a:ext cx="177852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Due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301918" y="1920240"/>
            <a:ext cx="208236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5926" y="1984248"/>
            <a:ext cx="195434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Evidence</a:t>
            </a:r>
            <a:endParaRPr sz="1000" b="1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22265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14600"/>
            <a:ext cx="20985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risk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49539" y="2450592"/>
            <a:ext cx="230213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3547" y="2514600"/>
            <a:ext cx="217412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Owner não definido para o controle anual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397399" y="2450592"/>
            <a:ext cx="190653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1407" y="2514600"/>
            <a:ext cx="177852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Compliance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49658" y="2450592"/>
            <a:ext cx="190653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3666" y="2514600"/>
            <a:ext cx="177852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2026-04-10</a:t>
            </a:r>
            <a:endParaRPr sz="9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301918" y="2450592"/>
            <a:ext cx="208236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5926" y="2514600"/>
            <a:ext cx="195434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Policy 2026 / page 12</a:t>
            </a:r>
            <a:endParaRPr sz="9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3114080"/>
            <a:ext cx="22265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178088"/>
            <a:ext cx="20985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gap</a:t>
            </a:r>
            <a:endParaRPr sz="9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49539" y="3114080"/>
            <a:ext cx="230213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3547" y="3178088"/>
            <a:ext cx="217412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Legal sign-off still missing</a:t>
            </a:r>
            <a:endParaRPr sz="9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397399" y="3114080"/>
            <a:ext cx="190653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61407" y="3178088"/>
            <a:ext cx="177852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49658" y="3114080"/>
            <a:ext cx="190653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3666" y="3178088"/>
            <a:ext cx="177852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301918" y="3114080"/>
            <a:ext cx="208236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65926" y="3178088"/>
            <a:ext cx="195434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07322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9452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Action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96183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191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7455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1463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Due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18727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2735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Status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07322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94520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Definir owner do controle anual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6183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191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Compliance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7455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1463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2026-04-10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18727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2735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open</a:t>
            </a:r>
            <a:endParaRPr sz="9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STRATEGIC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4736592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1" y="2752344"/>
            <a:ext cx="4224527" cy="11456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Definir owner do controle anual.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1" y="3952820"/>
            <a:ext cx="4224527" cy="10580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Definir owner do controle anual.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048256"/>
            <a:ext cx="4736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2" y="2752344"/>
            <a:ext cx="4224527" cy="11497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legal_signoff_missing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62472" y="3956979"/>
            <a:ext cx="4224527" cy="10539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Validação jurídica final ainda pendente.</a:t>
            </a:r>
            <a:endParaRPr sz="10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Definir owner do controle anual.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Definir owner do controle anual.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