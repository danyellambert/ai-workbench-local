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**Executive Comparison:**  
The Access Review Evidence Log mandates comprehensive, auditable proof of vendor control compliance through structured metadata and mandatory closure of all evidence items, including resolving missing or pending items like EV-002. In contrast, the Privileged Account Approval Email enforces narrowly scoped, time-bound access for specific personnel with quarterly recertification and vendor confirmation, focusing on operational oversight rather than holistic evidence management.
-   Access Review Evidence Log requires full evidence lifecycle management (including archiving and verification) to close controls, while Privileged Account Approval mandates only quarterly recertification and vendor confirmation.  
-   Access Review Evidence Log enforces strict metadata and provenance tracking for all evidence items; Privileged Account Approval requires only task scoping and logging compliance.  
-   Access Review Evidence Log closure depends on resolving missing/in-progress evidence (e.g., EV-002); Privileged Account Approval requires no such evidence resolution, only personnel revalidation.  
-   Access Review Evidence Log applies to synthetic vendor-control reviews with defined evidence items; Privileged Account Approval applies to standing privileged access for named individuals in a pilot program.  
-   Access Review Evidence Log necessitates repository path verification and status tracking; Privileged Account Approval mandates strict scoping and logging but no repository or metadata requirements.  
-   Access Review Evidence Log is a control closure mechanism for audit readiness; Privileged Account Approval is an access governance mechanism requiring periodic revalidation.</a:t>
            </a:r>
            <a:endParaRPr sz="9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Access Review Evidence Log mandates comprehensive, auditable proof of v…</a:t>
            </a:r>
            <a:endParaRPr sz="1000" b="0" i="0">
              <a:latin typeface="Arial"/>
            </a:endParaRPr>
          </a:p>
          <a:p>
            <a:pPr algn="l">
              <a:lnSpc>
                <a:spcPct val="100000"/>
              </a:lnSpc>
              <a:spcAft>
                <a:spcPts val="300"/>
              </a:spcAft>
            </a:pPr>
            <a:r>
              <a:rPr sz="900" b="0" i="0">
                <a:solidFill>
                  <a:srgbClr val="203247"/>
                </a:solidFill>
                <a:latin typeface="Arial"/>
              </a:rPr>
              <a:t>• Access Review Evidence Log requires full evidence lifecycle management (inc…</a:t>
            </a:r>
            <a:endParaRPr sz="1000" b="0" i="0">
              <a:latin typeface="Arial"/>
            </a:endParaRPr>
          </a:p>
          <a:p>
            <a:pPr algn="l">
              <a:lnSpc>
                <a:spcPct val="100000"/>
              </a:lnSpc>
              <a:spcAft>
                <a:spcPts val="300"/>
              </a:spcAft>
            </a:pPr>
            <a:r>
              <a:rPr sz="900" b="0" i="0">
                <a:solidFill>
                  <a:srgbClr val="203247"/>
                </a:solidFill>
                <a:latin typeface="Arial"/>
              </a:rPr>
              <a:t>• Access Review Evidence Log enforces strict metadata and provenance tracking…</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The register enforces strict metadata and provenance requirements for each evidence item. | Control closure is continge…</a:t>
            </a:r>
            <a:endParaRPr sz="7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is conditional on strict task scoping and logging compliance | Quarterly recertification and vendor confirmation…</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mandates comprehensive, auditable…</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documents a synthetic Q1 2024 vendor-con…</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 requires full evidence lifecycle…</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documents a synthetic Q1 2024 vendor-con…</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 enforces strict metadata and…</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documents a synthetic Q1 2024 vendor-con…</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 closure depends on resolving…</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documents a synthetic Q1 2024 vendor-con…</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 applies to synthetic vendor-control…</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documents a synthetic Q1 2024 vendor-con…</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 necessitates repository path verification…</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documents a synthetic Q1 2024 vendor-con…</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