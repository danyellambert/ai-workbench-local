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action_plan_deck. Deck family: action_plan. Sources: evidenceops_action_store.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Short executive framing for the backlog state and required execution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Priority actions grouped as execution workstreams.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Condensed execution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blockers versus mitigation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OPERATIONAL ACTION PLAN GROUNDED IN CURRENT ACTION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Action Plan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Operational action plan grounded in current action backlog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15258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4 open action(s) remain in the backlog and require owner assignment plus execution sequencing before closure.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2538" y="1865376"/>
            <a:ext cx="3871741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2538" y="1865376"/>
            <a:ext cx="3871741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50282" y="2103120"/>
            <a:ext cx="339625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50282" y="2432303"/>
            <a:ext cx="3396253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4 total actions are tracked in this backlog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There are overdue actions that require immediate reprioritization.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Total actions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Overdue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Approval required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Priority workstreams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249929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249929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811017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811017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Assign owners to the 4 open action(s)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811017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47210" y="2331720"/>
            <a:ext cx="3307080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7210" y="2331720"/>
            <a:ext cx="330708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6666" y="2551176"/>
            <a:ext cx="286816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66666" y="2971800"/>
            <a:ext cx="2868168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Validate cited evidence before acting on the backlog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66666" y="4608576"/>
            <a:ext cx="286816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74330" y="2331720"/>
            <a:ext cx="3409950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74330" y="2331720"/>
            <a:ext cx="340995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3786" y="2551176"/>
            <a:ext cx="297103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Execution posture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93786" y="2971800"/>
            <a:ext cx="2971038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There are overdue actions that require immediate reprioritization.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93786" y="4608576"/>
            <a:ext cx="297103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Risk signal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88620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709159" y="1920240"/>
            <a:ext cx="345279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73168" y="1984248"/>
            <a:ext cx="332478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07679" y="1920240"/>
            <a:ext cx="317660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1687" y="1984248"/>
            <a:ext cx="30485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2450592"/>
            <a:ext cx="38862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514600"/>
            <a:ext cx="37581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Negotiate liability cap with vendor legal</a:t>
            </a:r>
            <a:endParaRPr sz="1000" b="0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709159" y="2450592"/>
            <a:ext cx="345279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2514600"/>
            <a:ext cx="332478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Maria Santos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07679" y="2450592"/>
            <a:ext cx="31766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1687" y="2514600"/>
            <a:ext cx="30485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In_Progress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3114080"/>
            <a:ext cx="38862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178088"/>
            <a:ext cx="37581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Draft SCC Appendix for data residency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709159" y="3114080"/>
            <a:ext cx="345279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73168" y="3178088"/>
            <a:ext cx="332478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James Park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207679" y="3114080"/>
            <a:ext cx="31766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1687" y="3178088"/>
            <a:ext cx="30485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3777569"/>
            <a:ext cx="38862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3841577"/>
            <a:ext cx="37581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Define incident response SLOs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709159" y="3777569"/>
            <a:ext cx="345279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3841577"/>
            <a:ext cx="332478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Alex Rivera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207679" y="3777569"/>
            <a:ext cx="31766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1687" y="3841577"/>
            <a:ext cx="30485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4441057"/>
            <a:ext cx="38862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4505065"/>
            <a:ext cx="37581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Set up auto-renewal calendar alerts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709159" y="4441057"/>
            <a:ext cx="345279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73168" y="4505065"/>
            <a:ext cx="332478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Operations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207679" y="4441057"/>
            <a:ext cx="31766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1687" y="4505065"/>
            <a:ext cx="30485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In_Progress</a:t>
            </a:r>
            <a:endParaRPr sz="1000" b="0" i="0">
              <a:latin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31520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Execution timeline</a:t>
            </a:r>
            <a:endParaRPr sz="2800" b="1" i="0"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2463475" y="2084831"/>
            <a:ext cx="7234569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2353747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37247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P1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3372471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3372471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297013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1</a:t>
            </a:r>
            <a:endParaRPr sz="14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408" y="2916936"/>
            <a:ext cx="2970135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Assign owners to the 4 open action(s)</a:t>
            </a:r>
            <a:endParaRPr sz="1100" b="0" i="0">
              <a:latin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971031" y="1975103"/>
            <a:ext cx="219456" cy="219456"/>
          </a:xfrm>
          <a:prstGeom prst="ellipse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9167" y="1783080"/>
            <a:ext cx="342318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P2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69167" y="2331720"/>
            <a:ext cx="3423185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9167" y="2331720"/>
            <a:ext cx="3423185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0335" y="2532888"/>
            <a:ext cx="302084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2</a:t>
            </a:r>
            <a:endParaRPr sz="1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0335" y="2916936"/>
            <a:ext cx="3020849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Validate cited evidence before acting on the backlog</a:t>
            </a:r>
            <a:endParaRPr sz="1100" b="0" i="0">
              <a:latin typeface="Arial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9588316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1808" y="1783080"/>
            <a:ext cx="337247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P3</a:t>
            </a:r>
            <a:endParaRPr sz="1000" b="1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11808" y="2331720"/>
            <a:ext cx="3372471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1808" y="2331720"/>
            <a:ext cx="3372471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2976" y="2532888"/>
            <a:ext cx="297013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3</a:t>
            </a:r>
            <a:endParaRPr sz="1400" b="1" i="0"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12976" y="2916936"/>
            <a:ext cx="2970135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Close the human-review gate before final decision</a:t>
            </a:r>
            <a:endParaRPr sz="1100" b="0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Blockers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07126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59577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Blockers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595772" cy="13013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There are overdue actions that require immediate reprioritization.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62806"/>
            <a:ext cx="4595772" cy="98468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Overdue actions require reprioritization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41108" y="2029968"/>
            <a:ext cx="5243171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41108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8852" y="2267712"/>
            <a:ext cx="4767683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78852" y="2706624"/>
            <a:ext cx="4767683" cy="132671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Assign owners, validate evidence and close the human-review gate before execution.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78852" y="4088205"/>
            <a:ext cx="4767683" cy="9592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Assign owners to the 4 open action(s)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