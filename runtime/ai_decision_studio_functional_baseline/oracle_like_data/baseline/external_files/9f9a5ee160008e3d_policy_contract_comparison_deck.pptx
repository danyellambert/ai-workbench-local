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Executive Comparison:  
The Access Review Evidence Log (EVD-101) tracks the collection status of required artifacts for the Q1 2024 Northwind vendor-control review, serving as a centralized register to manage evidence submission and identify gaps that block control closure. In contrast, the Privileged Account Approval Email formalizes standing access for specific administrators under defined governance conditions, emphasizing conditional access controls, mandatory logging, and recurring vendor coordination rather than evidence tracking.
- The Access Review Evidence Log functions as an evidence register for a vendor-control review, documenting receipt and status of artifacts like user exports and approvals.  
- The Privileged Account Approval Email grants formal approval for ongoing privileged access to specific administrators under defined operational and governance conditions.  
- Evidence status in EVD-101 is indicated by "received," "missing," or "in progress," while the email approval is a one-time governance action requiring periodic revalidation.  
- EVD-101 requires proactive resolution of missing evidence to close controls; the email approval mandates quarterly recertification and revalidation upon personnel changes.  
- The email approval specifies access scoping, mandatory logging, and vendor confirmation as ongoing requirements, whereas EVD-101 focuses on artifact collection and provenance verification.  
- EVD-002 can be satisfied by an archived email-export artifact, linking it to the email summary’s artifact-based governance model, but the email itself governs access rights, not evidence tracking.</a:t>
            </a:r>
            <a:endParaRPr sz="10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Access Review Evidence Log (EVD-101) tracks the collection status of re…</a:t>
            </a:r>
            <a:endParaRPr sz="1000" b="0" i="0">
              <a:latin typeface="Arial"/>
            </a:endParaRPr>
          </a:p>
          <a:p>
            <a:pPr algn="l">
              <a:lnSpc>
                <a:spcPct val="100000"/>
              </a:lnSpc>
              <a:spcAft>
                <a:spcPts val="300"/>
              </a:spcAft>
            </a:pPr>
            <a:r>
              <a:rPr sz="900" b="0" i="0">
                <a:solidFill>
                  <a:srgbClr val="203247"/>
                </a:solidFill>
                <a:latin typeface="Arial"/>
              </a:rPr>
              <a:t>• The Access Review Evidence Log functions as an evidence register for a vend…</a:t>
            </a:r>
            <a:endParaRPr sz="1000" b="0" i="0">
              <a:latin typeface="Arial"/>
            </a:endParaRPr>
          </a:p>
          <a:p>
            <a:pPr algn="l">
              <a:lnSpc>
                <a:spcPct val="100000"/>
              </a:lnSpc>
              <a:spcAft>
                <a:spcPts val="300"/>
              </a:spcAft>
            </a:pPr>
            <a:r>
              <a:rPr sz="900" b="0" i="0">
                <a:solidFill>
                  <a:srgbClr val="203247"/>
                </a:solidFill>
                <a:latin typeface="Arial"/>
              </a:rPr>
              <a:t>• The Privileged Account Approval Email grants formal approval for ongoing pr…</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800" b="0" i="0">
                <a:solidFill>
                  <a:srgbClr val="203247"/>
                </a:solidFill>
                <a:latin typeface="Arial"/>
              </a:rPr>
              <a:t>Missing or incomplete evidence blocks control closure until provenance is verified. | EV-002 can be satisfied by an att…</a:t>
            </a:r>
            <a:endParaRPr sz="8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is conditional on operational constraints and continuous logging integration. | Governance requires proactive ve…</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(EVD-101) tracks the…</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the evidence register for the…</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functions as an…</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the evidence register for the…</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Privileged Account Approval Email grants formal approval…</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the evidence register for the…</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status in EVD-101 is indicated by "received,"…</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the evidence register for the…</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requires proactive resolution of missing evidence to…</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the evidence register for the…</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email approval specifies access scoping, mandatory logging,…</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serves as the evidence register for the…</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