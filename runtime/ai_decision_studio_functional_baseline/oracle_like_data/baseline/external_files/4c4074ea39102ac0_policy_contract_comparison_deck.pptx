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Executive Comparison:
Document v3.2 significantly expands on v3.1's updates, focusing on enhanced security controls and oversight.
- Introduces mandatory multi-factor authentication for all accounts.
- Increases privileged access review frequency to quarterly.
- Includes pre-onboarding vendor security reviews.
- Emphasizes immediate escalation for critical incidents.
- Maintains annual policy reviews but adds more detailed protocols.
- Enhances identity management through stronger controls.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Document v3.2 significantly expands on v3.1's updates, focusing on enhanced…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Introduces mandatory multi-factor authentication for all accounts.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Increases privileged access review frequency to quarterly.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2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2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2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2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Information Security Policy v3.1.pdf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2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2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2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2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Updated policy reflects current best practices | Annual reviews ensure compliance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09687"/>
            <a:ext cx="2352634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3695"/>
            <a:ext cx="2224618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09687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3695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09687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3695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09687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3695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Enhanced security measures across the workforce | Increased frequency of privileged access reviews</a:t>
            </a:r>
            <a:endParaRPr sz="8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229"/>
            <a:ext cx="2352634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237"/>
            <a:ext cx="2224618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cross_document_observation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229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237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Document v3.2 significantly expands on v3.1's updates, focusing…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229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237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229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237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Information Security Policy v3.1 updates include refined security requireme…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8771"/>
            <a:ext cx="2352634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2779"/>
            <a:ext cx="2224618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identity_control_delta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8771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2779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Introduces mandatory multi-factor authentication for all accounts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8771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2779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8771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2779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Information Security Policy v3.1 updates include refined security requireme…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312"/>
            <a:ext cx="2352634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320"/>
            <a:ext cx="2224618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312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320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Increases privileged access review frequency to quarterly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312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320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312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320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Information Security Policy v3.1 updates include refined security requireme…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7854"/>
            <a:ext cx="2352634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1862"/>
            <a:ext cx="2224618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vendor_oversight_delta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7854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1862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Includes pre-onboarding vendor security reviews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7854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1862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7854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1862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Information Security Policy v3.1 updates include refined security requireme…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396"/>
            <a:ext cx="2352634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404"/>
            <a:ext cx="2224618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incident_response_delta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396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404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Emphasizes immediate escalation for critical incidents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396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404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396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404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Information Security Policy v3.1 updates include refined security requireme…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38"/>
            <a:ext cx="2352634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0946"/>
            <a:ext cx="2224618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cross_document_observation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38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0946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Maintains annual policy reviews but adds more detailed…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38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0946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38"/>
            <a:ext cx="2705748" cy="40467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0946"/>
            <a:ext cx="2577732" cy="2766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Information Security Policy v3.1 updates include refined security requireme…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