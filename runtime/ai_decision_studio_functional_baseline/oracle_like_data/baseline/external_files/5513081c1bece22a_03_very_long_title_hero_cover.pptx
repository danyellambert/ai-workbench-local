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713232"/>
            <a:ext cx="1060704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Hero-cover stress test with intentionally long title and subtitle to inspect adaptive title sizing on the first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196327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63F"/>
                </a:solidFill>
                <a:latin typeface="Arial"/>
              </a:rPr>
              <a:t>AI Workbench Local — Operational Review of…</a:t>
            </a:r>
            <a:endParaRPr sz="20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478024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287"/>
                </a:solidFill>
                <a:latin typeface="Arial"/>
              </a:rPr>
              <a:t>Hero-cover stress test with intentionally long title and subtitle to inspect adaptive title sizing on the first slide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3502152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If this title fits well, it means the first-slide adaptation is robust enough for real executive exports with verbose naming.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3063240" cy="3383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463040"/>
            <a:ext cx="306324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719072"/>
            <a:ext cx="2551176" cy="15851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3377325"/>
            <a:ext cx="2551176" cy="1212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Hero title stress test  •  2026-04-05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