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451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1 gap(s) and 3 mitigation action(s) identified. Top risk: Missing evidence blocks control closure Main evidence gap: 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31798" y="1865376"/>
            <a:ext cx="385248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31798" y="1865376"/>
            <a:ext cx="385248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9542" y="2103120"/>
            <a:ext cx="337699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9542" y="2432303"/>
            <a:ext cx="337699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items require verification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archiving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0667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7865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29632" y="1920240"/>
            <a:ext cx="294226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3640" y="1984248"/>
            <a:ext cx="281424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17613" y="1920240"/>
            <a:ext cx="28343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621" y="1984248"/>
            <a:ext cx="27062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97647" y="1920240"/>
            <a:ext cx="218663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1655" y="1984248"/>
            <a:ext cx="205861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0667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7865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29632" y="2450592"/>
            <a:ext cx="294226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3640" y="2514600"/>
            <a:ext cx="281424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17613" y="2450592"/>
            <a:ext cx="28343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1621" y="2514600"/>
            <a:ext cx="27062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97647" y="2450592"/>
            <a:ext cx="21866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1655" y="2514600"/>
            <a:ext cx="20586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0667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7865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29632" y="3114080"/>
            <a:ext cx="294226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3640" y="3178088"/>
            <a:ext cx="281424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require verification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17613" y="3114080"/>
            <a:ext cx="28343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1621" y="3178088"/>
            <a:ext cx="27062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97647" y="3114080"/>
            <a:ext cx="21866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1655" y="3178088"/>
            <a:ext cx="20586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50667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7865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29632" y="3777569"/>
            <a:ext cx="294226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93640" y="3841577"/>
            <a:ext cx="281424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17613" y="3777569"/>
            <a:ext cx="28343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1621" y="3841577"/>
            <a:ext cx="27062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97647" y="3777569"/>
            <a:ext cx="21866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1655" y="3841577"/>
            <a:ext cx="20586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47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19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70560" y="1920240"/>
            <a:ext cx="24929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34568" y="1984248"/>
            <a:ext cx="23648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09185" y="1920240"/>
            <a:ext cx="23146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73193" y="1984248"/>
            <a:ext cx="21866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69592" y="1920240"/>
            <a:ext cx="23146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3600" y="1984248"/>
            <a:ext cx="21866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347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19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70560" y="2450592"/>
            <a:ext cx="2492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4568" y="2514600"/>
            <a:ext cx="2364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09185" y="2450592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3193" y="2514600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69592" y="2450592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3600" y="2514600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347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19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70560" y="3114080"/>
            <a:ext cx="2492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4568" y="3178088"/>
            <a:ext cx="2364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09185" y="3114080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3193" y="3178088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69592" y="3114080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3600" y="3178088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347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19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control closure for Q1 2024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70560" y="3777569"/>
            <a:ext cx="2492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4568" y="3841577"/>
            <a:ext cx="2364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09185" y="3777569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3193" y="3841577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69592" y="3777569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3600" y="3841577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6101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8553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85530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685530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0866" y="2029968"/>
            <a:ext cx="515341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086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8610" y="2267712"/>
            <a:ext cx="467792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8610" y="2706624"/>
            <a:ext cx="4677925" cy="1308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8610" y="4069733"/>
            <a:ext cx="4677925" cy="9777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control closure for Q1 2024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control closure for Q1 2024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