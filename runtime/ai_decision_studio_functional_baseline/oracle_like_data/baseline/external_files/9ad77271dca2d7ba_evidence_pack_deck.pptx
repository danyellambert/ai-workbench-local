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evidence_pack_deck. Deck family: evidence_audit. Sources: evidenceops_worklog,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Reframed summary for audit / evidence executive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Risk versus mitigation framing for the evidence pack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AUDIT / COMPLIANCE EXECUTIVE HANDOFF GROUNDED IN EVIDENCEOPS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Evidence Pack Review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Audit / compliance executive handoff grounded in EvidenceOps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74500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Risk gap review surfaced 1 key finding(s), 3 open action(s) and a live human-review requirement for this audit slice.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71780" y="1865376"/>
            <a:ext cx="3912499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71780" y="1865376"/>
            <a:ext cx="3912499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09524" y="2103120"/>
            <a:ext cx="34370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09524" y="2432303"/>
            <a:ext cx="3437011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No owner is named for the migration task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agir.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final.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21238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212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36222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6222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5678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5678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 items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64823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823" y="2212848"/>
            <a:ext cx="24908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42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42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 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93423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93423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28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128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Unique docs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760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480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Type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99046" y="1920240"/>
            <a:ext cx="388346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3054" y="1984248"/>
            <a:ext cx="375545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Finding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8233" y="1920240"/>
            <a:ext cx="315604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2241" y="1984248"/>
            <a:ext cx="302803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Evidence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760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480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gap</a:t>
            </a:r>
            <a:endParaRPr sz="9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9046" y="2450592"/>
            <a:ext cx="38834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3054" y="2514600"/>
            <a:ext cx="37554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No owner is named for the migration task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8233" y="2450592"/>
            <a:ext cx="31560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241" y="2514600"/>
            <a:ext cx="30280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status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Action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09159" y="1920240"/>
            <a:ext cx="33147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Owner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69579" y="1920240"/>
            <a:ext cx="33147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358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Status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Encaminhe o resultado para revisão humana antes de toma…</a:t>
            </a:r>
            <a:endParaRPr sz="9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09159" y="2450592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9579" y="2450592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358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Abra os trechos-fonte citados para confirmar a interpre…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09159" y="3114080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69579" y="3114080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Risks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511711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86000"/>
            <a:ext cx="4641624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Risks / watchouts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34056"/>
            <a:ext cx="4641624" cy="12497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Há ações abertas sem owner definido no action store.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8698"/>
            <a:ext cx="4641624" cy="102707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No owner is named for the migration task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Perguntas abertas podem exigir leitura humana adicional quando o docume…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86960" y="2048256"/>
            <a:ext cx="519731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6960" y="2048256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4704" y="2286000"/>
            <a:ext cx="4721831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 / actions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24704" y="2734056"/>
            <a:ext cx="4721831" cy="12682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Abra os trechos-fonte citados para confirmar a interpretação antes de agir.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4704" y="4057151"/>
            <a:ext cx="4721831" cy="1008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a…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fi…</a:t>
            </a:r>
            <a:endParaRPr sz="10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agir.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final.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Abra os trechos-fonte citados para confirmar a interpretação antes de agir.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Encaminhe o resultado para revisão humana antes de tomar uma decisão final.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