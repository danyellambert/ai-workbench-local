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Benchmark &amp; Eval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17 candidatos foram consolidados no benchmark, com success rate médio de 100% e liderança atual de nemotron-3-super:cloud. A camada de eval registrou 168 runs, com PASS rate de 57.1% e needs review de 1.8%.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Top benchmark candidate atual: nemotron-3-super:cloud.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Benchmark success rate agregado em 100%.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Use-case fit médio de benchmark em 99.7%.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Benchmark and eval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17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candidates</a:t>
            </a:r>
            <a:endParaRPr sz="12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Top model: nemotron-3-super:cloud</a:t>
            </a:r>
            <a:endParaRPr sz="9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3535" y="2212848"/>
            <a:ext cx="245855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100%</a:t>
            </a:r>
            <a:endParaRPr sz="24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success</a:t>
            </a:r>
            <a:endParaRPr sz="12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Avg latency: 3.99s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831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168</a:t>
            </a:r>
            <a:endParaRPr sz="2400" b="1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runs</a:t>
            </a:r>
            <a:endParaRPr sz="1200" b="1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Top suite: langgraph_workflow_eval</a:t>
            </a:r>
            <a:endParaRPr sz="9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6127" y="2212848"/>
            <a:ext cx="251815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57.1%</a:t>
            </a:r>
            <a:endParaRPr sz="2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Avg score: 74.6%</a:t>
            </a:r>
            <a:endParaRPr sz="900" b="0" i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Model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1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8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Model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0657" y="1920240"/>
            <a:ext cx="2497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4665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Signal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4034" y="1920240"/>
            <a:ext cx="265686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042" y="1984248"/>
            <a:ext cx="252885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Latency (s)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6622" y="1920240"/>
            <a:ext cx="2497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0630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Fit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nemotron-3-super:cloud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0657" y="2450592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4665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1.000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4034" y="2450592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042" y="2514600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1.57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6622" y="2450592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0630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nemotron-3-nano:30b-cloud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0657" y="3114080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4665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1.000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84034" y="3114080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042" y="3178088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1.85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6622" y="3114080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0630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qwen3.5:397b-cloud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0657" y="3777569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4665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0.000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84034" y="3777569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042" y="3841577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7.30</a:t>
            </a:r>
            <a:endParaRPr sz="9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6622" y="3777569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0630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0%</a:t>
            </a:r>
            <a:endParaRPr sz="9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deepseek-v3.1:671b-cloud</a:t>
            </a:r>
            <a:endParaRPr sz="9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40657" y="4441057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4665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0.000</a:t>
            </a:r>
            <a:endParaRPr sz="9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4034" y="4441057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042" y="4505065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14.71</a:t>
            </a:r>
            <a:endParaRPr sz="9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86622" y="4441057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0630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0%</a:t>
            </a:r>
            <a:endParaRPr sz="9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minimax-m2.7:cloud</a:t>
            </a:r>
            <a:endParaRPr sz="9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640657" y="5104546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4665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0.983</a:t>
            </a:r>
            <a:endParaRPr sz="9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84034" y="5104546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042" y="5168554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13.32</a:t>
            </a:r>
            <a:endParaRPr sz="9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886622" y="5104546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0630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98.3%</a:t>
            </a:r>
            <a:endParaRPr sz="9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Eval suite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4367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156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Suite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635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643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Pass rate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7756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1764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Avg score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08878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72886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Latency (s)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langgraph_workflow_eval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66635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643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7756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1764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08878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2886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document_agent_routing_eval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66635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643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87756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1764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100%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08878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2886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structured_smoke_eval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66635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643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76%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87756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1764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77.8%</a:t>
            </a:r>
            <a:endParaRPr sz="9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08878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72886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32.81</a:t>
            </a:r>
            <a:endParaRPr sz="9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structured_real_document_eval</a:t>
            </a:r>
            <a:endParaRPr sz="9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566635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643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53.1%</a:t>
            </a:r>
            <a:endParaRPr sz="9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7756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1764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59.7%</a:t>
            </a:r>
            <a:endParaRPr sz="9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08878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2886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89.73</a:t>
            </a:r>
            <a:endParaRPr sz="9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evidence_cv_gold_eval</a:t>
            </a:r>
            <a:endParaRPr sz="9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566635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0643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35%</a:t>
            </a:r>
            <a:endParaRPr sz="9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87756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1764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70.7%</a:t>
            </a:r>
            <a:endParaRPr sz="9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808878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2886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0.00</a:t>
            </a:r>
            <a:endParaRPr sz="9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549620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5020720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5020720" cy="13375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nemotron-3-super:cloud como candidato principal da próxima rodada controlada, mantendo o quality gate apoiado no PASS rate atual de 57.1%.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126517"/>
            <a:ext cx="5020720" cy="9392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como…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repetívei…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66056" y="2048256"/>
            <a:ext cx="481822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66056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800" y="2286000"/>
            <a:ext cx="4342735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03800" y="2734056"/>
            <a:ext cx="4342735" cy="12360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Ainda existem runs em FAIL (27.4%).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03800" y="4024973"/>
            <a:ext cx="4342735" cy="10408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Fail rate: 27.4%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Avg eval latency: 64.78s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 candidat…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Serializar este contrato e chamar o `ppt_creator_app` por API HTTP no próximo s…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Promover nemotron-3-super:cloud para uma rodada shadow/controlada como candidat…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Serializar este contrato e chamar o `ppt_creator_app` por API HTTP no próximo s…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