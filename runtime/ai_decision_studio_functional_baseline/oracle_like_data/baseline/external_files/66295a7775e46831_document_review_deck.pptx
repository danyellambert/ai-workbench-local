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EV-002 requires archived email-export artifact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email-export artifact for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5122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2320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74182" y="1920240"/>
            <a:ext cx="269789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190" y="1984248"/>
            <a:ext cx="256987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17793" y="1920240"/>
            <a:ext cx="298958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1801" y="1984248"/>
            <a:ext cx="286156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53097" y="1920240"/>
            <a:ext cx="22311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05" y="1984248"/>
            <a:ext cx="21031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512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232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74182" y="2450592"/>
            <a:ext cx="26978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90" y="2514600"/>
            <a:ext cx="25698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17793" y="2450592"/>
            <a:ext cx="298958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801" y="2514600"/>
            <a:ext cx="286156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53097" y="2450592"/>
            <a:ext cx="2231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05" y="2514600"/>
            <a:ext cx="2103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512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232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74182" y="3114080"/>
            <a:ext cx="26978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90" y="3178088"/>
            <a:ext cx="25698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requires archived email-export artifact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17793" y="3114080"/>
            <a:ext cx="298958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801" y="3178088"/>
            <a:ext cx="286156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53097" y="3114080"/>
            <a:ext cx="2231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05" y="3178088"/>
            <a:ext cx="2103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8730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5929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10267" y="1920240"/>
            <a:ext cx="247859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4275" y="1984248"/>
            <a:ext cx="235057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34579" y="1920240"/>
            <a:ext cx="230199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8587" y="1984248"/>
            <a:ext cx="217397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82289" y="1920240"/>
            <a:ext cx="230199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6297" y="1984248"/>
            <a:ext cx="217397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38730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5929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10267" y="2450592"/>
            <a:ext cx="247859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4275" y="2514600"/>
            <a:ext cx="235057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4579" y="2450592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8587" y="2514600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82289" y="2450592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297" y="2514600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38730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5929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10267" y="3114080"/>
            <a:ext cx="247859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275" y="3178088"/>
            <a:ext cx="235057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34579" y="3114080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8587" y="3178088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82289" y="3114080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6297" y="3178088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38730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5929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provenance verification for all evidence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10267" y="3777569"/>
            <a:ext cx="247859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4275" y="3841577"/>
            <a:ext cx="235057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34579" y="3777569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8587" y="3841577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82289" y="3777569"/>
            <a:ext cx="230199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6297" y="3841577"/>
            <a:ext cx="217397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3189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56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56404" cy="1212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74144"/>
            <a:ext cx="4756404" cy="10733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email-export artifact for EV-002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1740" y="2029968"/>
            <a:ext cx="508254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174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9484" y="2267712"/>
            <a:ext cx="46070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9484" y="2706624"/>
            <a:ext cx="460705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email-export artifact for EV-002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provenance verification for all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provenance verification for all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