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no payload estruturado/document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70401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 política adiciona obrigações novas e ainda depende de validação jurídica final.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67681" y="1865376"/>
            <a:ext cx="3916598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67681" y="1865376"/>
            <a:ext cx="391659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05425" y="2103120"/>
            <a:ext cx="344111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05425" y="2432303"/>
            <a:ext cx="3441110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Nova obrigação de aprovação formal.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 do controle anual ainda não foi definido.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Yes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9565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5676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18616" y="1920240"/>
            <a:ext cx="295825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2624" y="1984248"/>
            <a:ext cx="283023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22589" y="1920240"/>
            <a:ext cx="244035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6597" y="1984248"/>
            <a:ext cx="231233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08663" y="1920240"/>
            <a:ext cx="237561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72671" y="1984248"/>
            <a:ext cx="22476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9565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56764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18616" y="2450592"/>
            <a:ext cx="29582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624" y="2514600"/>
            <a:ext cx="28302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Owner não definido para o controle anual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22589" y="2450592"/>
            <a:ext cx="24403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6597" y="2514600"/>
            <a:ext cx="23123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Page 12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08663" y="2450592"/>
            <a:ext cx="237561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2671" y="2514600"/>
            <a:ext cx="224760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9565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56764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gap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18616" y="3114080"/>
            <a:ext cx="29582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2624" y="3178088"/>
            <a:ext cx="28302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Legal sign-off still missing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22589" y="3114080"/>
            <a:ext cx="244035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6597" y="3178088"/>
            <a:ext cx="231233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08663" y="3114080"/>
            <a:ext cx="237561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2671" y="3178088"/>
            <a:ext cx="224760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073223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945207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896183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0191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7455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1463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18727" y="1920240"/>
            <a:ext cx="2465552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82735" y="1984248"/>
            <a:ext cx="233753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073223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945207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Definir owner do controle anual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6183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191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7455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1463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2026-04-10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18727" y="2450592"/>
            <a:ext cx="2465552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2735" y="2514600"/>
            <a:ext cx="2337536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304611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82912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829123" cy="12035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Definir owner do controle.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65032"/>
            <a:ext cx="4829123" cy="10824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Definir owner do controle.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74459" y="2029968"/>
            <a:ext cx="500982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74459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2203" y="2267712"/>
            <a:ext cx="453433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12203" y="2706624"/>
            <a:ext cx="4534332" cy="12549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Legal sign-off still missing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12203" y="4016431"/>
            <a:ext cx="4534332" cy="10310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Final legal validation is still pending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Definir owner do controle.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Definir owner do controle.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263F"/>
                </a:solidFill>
                <a:latin typeface="Arial"/>
              </a:rPr>
              <a:t>• Revisar cláusulas críticas com jurídico.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