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Candidate Review · Jane Doe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Executive hiring summary grounded in cv_analysis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112160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Jane Doe (São Paulo) apresenta 3.5 ano(s) de experiência estimada, 3 skill(s) mapeadas e 1 experiência(s) estruturada(s).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7728" y="1920240"/>
            <a:ext cx="4202271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82008" y="1865376"/>
            <a:ext cx="4202271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82008" y="1865376"/>
            <a:ext cx="4202271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19752" y="2103120"/>
            <a:ext cx="37267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9752" y="2432303"/>
            <a:ext cx="3726783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Strong applied AI execution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Good product + engineering bridge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0916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Experience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9864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4144" y="2212848"/>
            <a:ext cx="2437743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12848"/>
            <a:ext cx="2437743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Languages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0839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119" y="2212848"/>
            <a:ext cx="25091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Experience entries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Strengths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86584"/>
            <a:ext cx="3348058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3348058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3348058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32888"/>
            <a:ext cx="294572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Strength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953512"/>
            <a:ext cx="294572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Strong applied AI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626864"/>
            <a:ext cx="29457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Positive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1058" y="2386584"/>
            <a:ext cx="3386666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5338" y="2331720"/>
            <a:ext cx="3386666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5338" y="2331720"/>
            <a:ext cx="3386666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6506" y="2532888"/>
            <a:ext cx="298433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Strength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6506" y="2953512"/>
            <a:ext cx="298433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Good product + engineering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6506" y="4626864"/>
            <a:ext cx="298433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Positive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7765" y="2386584"/>
            <a:ext cx="3232234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2045" y="2331720"/>
            <a:ext cx="3232234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2045" y="2331720"/>
            <a:ext cx="3232234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3213" y="2532888"/>
            <a:ext cx="282989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Strength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213" y="2953512"/>
            <a:ext cx="282989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213" y="4626864"/>
            <a:ext cx="2829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Positive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Experience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975104"/>
            <a:ext cx="2974114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0280" y="1920240"/>
            <a:ext cx="2974114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984248"/>
            <a:ext cx="284609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Organization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5834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60114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122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8874" y="1975104"/>
            <a:ext cx="4661125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3154" y="1920240"/>
            <a:ext cx="4661125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7162" y="1984248"/>
            <a:ext cx="453310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Applied AI Engineer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2505456"/>
            <a:ext cx="2974114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2450592"/>
            <a:ext cx="2974114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2514600"/>
            <a:ext cx="2846098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Acme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5834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60114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4122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2022-2025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8874" y="2505456"/>
            <a:ext cx="4661125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23154" y="2450592"/>
            <a:ext cx="4661125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7162" y="2514600"/>
            <a:ext cx="4533109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Built RAG pipelines | Shipped eval-driven AI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Gaps vs hiring 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4588324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4588324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401568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267712"/>
            <a:ext cx="41494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Gaps /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15768"/>
            <a:ext cx="4149412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Validate scale/production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7316" y="2103120"/>
            <a:ext cx="5762683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1596" y="2048256"/>
            <a:ext cx="5762683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1596" y="2048256"/>
            <a:ext cx="73152" cy="3401568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1052" y="2267712"/>
            <a:ext cx="5323771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Hiring 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1052" y="2715768"/>
            <a:ext cx="5323771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Advance to the next stage with focused validation of leadership, scope and business ownership.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1052" y="4160520"/>
            <a:ext cx="5323771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Agendar entrevista técnica focada em product thinking e delivery.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Validar senioridade, liderança e ownership em cenários reais.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Agendar entrevista técnica focada em product thinking e delivery.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Validar senioridade, liderança e ownership em cenários reais.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Validate scale/production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Agendar entrevista técnica focada em product thinking e delivery.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Validar senioridade, liderança e ownership em cenários reais.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Validate scale/production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