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6 structured role(s). Top strengths: Strong record in transformer-based workloads, large-scale inference, and technical leadership; Technical leadership for small ML teams, mentorship, and cross-functional delivery. Primary watchout: Missing specific details on recent projects or contributions at Aurora AI Systems.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Strong record in transformer-based workloads, large-scale inference, and te…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teams, mentorship, and cross-functional 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Experience with production ML systems serving over 10M daily predictions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3588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3588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7969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79697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record in transformer-based workloads, large-scale inference,…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7969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3164" y="2331720"/>
            <a:ext cx="33396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3164" y="2331720"/>
            <a:ext cx="333960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2620" y="2551176"/>
            <a:ext cx="29006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2620" y="2971800"/>
            <a:ext cx="29006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Technical leadership for small ML teams, mentorship, and cross-functi…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2620" y="4608576"/>
            <a:ext cx="29006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92811" y="2331720"/>
            <a:ext cx="339146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811" y="2331720"/>
            <a:ext cx="339146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2267" y="2551176"/>
            <a:ext cx="295255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2267" y="2971800"/>
            <a:ext cx="295255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Experience with production ML systems serving over 10M daily predicti…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267" y="4608576"/>
            <a:ext cx="295255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6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11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801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521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3137" y="1920240"/>
            <a:ext cx="234817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7145" y="1984248"/>
            <a:ext cx="22201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97033" y="1920240"/>
            <a:ext cx="26122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1041" y="1984248"/>
            <a:ext cx="24842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5046" y="1920240"/>
            <a:ext cx="292923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9054" y="1984248"/>
            <a:ext cx="280121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80177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52161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3137" y="2450592"/>
            <a:ext cx="2348176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145" y="2514600"/>
            <a:ext cx="2220160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97033" y="2450592"/>
            <a:ext cx="261229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041" y="2514600"/>
            <a:ext cx="248427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55046" y="2450592"/>
            <a:ext cx="292923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9054" y="2514600"/>
            <a:ext cx="280121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083190"/>
            <a:ext cx="2580177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47198"/>
            <a:ext cx="2452161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03137" y="3083190"/>
            <a:ext cx="2348176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7145" y="3147198"/>
            <a:ext cx="2220160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97033" y="3083190"/>
            <a:ext cx="2612293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041" y="3147198"/>
            <a:ext cx="2484277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55046" y="3083190"/>
            <a:ext cx="2929233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9054" y="3147198"/>
            <a:ext cx="2801217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13295"/>
            <a:ext cx="2580177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777303"/>
            <a:ext cx="2452161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03137" y="3713295"/>
            <a:ext cx="2348176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45" y="3777303"/>
            <a:ext cx="2220160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97033" y="3713295"/>
            <a:ext cx="2612293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041" y="3777303"/>
            <a:ext cx="2484277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55046" y="3713295"/>
            <a:ext cx="2929233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9054" y="3777303"/>
            <a:ext cx="2801217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340906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404914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403137" y="4340906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7145" y="4404914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97033" y="4340906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041" y="4404914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455046" y="4340906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9054" y="4404914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936097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000105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403137" y="4936097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7145" y="5000105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797033" y="4936097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041" y="5000105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455046" y="4936097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9054" y="5000105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5531288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95296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403137" y="5531288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67145" y="5595296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797033" y="5531288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61041" y="5595296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455046" y="5531288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9054" y="5595296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58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82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82810" cy="1335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Missing specific details on recent projects or contributions at aurora ai systems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96922"/>
            <a:ext cx="4582810" cy="9505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mention of product thinking or broader impact beyond techni…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8146" y="2029968"/>
            <a:ext cx="5256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814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5890" y="2267712"/>
            <a:ext cx="4780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5890" y="2706624"/>
            <a:ext cx="4780645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5890" y="4059936"/>
            <a:ext cx="4780645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missing specific details on recent projects or contributions a…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no explicit mention of product thinking or broader impact beyo…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missing specific details on recent projects or contributions at Aurora…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no explicit mention of product thinking or broader impact beyond techn…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Validate missing specific details on recent projects or contributions at Aurora…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no explicit mention of product thinking or broader impact beyond techn…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