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Export kind: evidence_pack_deck. Deck family: evidence_audit. Sources: evidenceops_worklog, evidenceops_action_store.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Reframed summary for audit / evidence executive handoff.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Risk versus mitigation framing for the evidence pack handoff.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AUDIT / COMPLIANCE EXECUTIVE HANDOFF GROUNDED IN EVIDENCEOPS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0263F"/>
                </a:solidFill>
                <a:latin typeface="Aptos"/>
              </a:rPr>
              <a:t>AI Workbench Local — Evidence Pack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856232"/>
            <a:ext cx="62179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6788B"/>
                </a:solidFill>
                <a:latin typeface="Aptos"/>
              </a:rPr>
              <a:t>Audit / compliance executive handoff grounded in EvidenceOps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014984"/>
            <a:ext cx="3291840" cy="425196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AI Workbench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Evidence Pack  •  2026-04-05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01 / 07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282624" cy="181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354B"/>
                </a:solidFill>
                <a:latin typeface="Aptos"/>
              </a:rPr>
              <a:t>Risk gap review surfaced 1 key finding(s), 3 open action(s) and a live human-review requirement for this audit slice.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25624" y="1920240"/>
            <a:ext cx="4004375" cy="2999232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79904" y="1865376"/>
            <a:ext cx="4004375" cy="2999232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79904" y="1865376"/>
            <a:ext cx="4004375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7648" y="2103120"/>
            <a:ext cx="352888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7648" y="2432303"/>
            <a:ext cx="3528887" cy="2194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1 grounded finding(s) in the current review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3 open follow-up action(s) remain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Evidence Pack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02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Executive snapshot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67712"/>
            <a:ext cx="2421238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212848"/>
            <a:ext cx="2421238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12848"/>
            <a:ext cx="2421238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432304"/>
            <a:ext cx="198232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3017520"/>
            <a:ext cx="198232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Findings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1942" y="2267712"/>
            <a:ext cx="2490856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36222" y="2212848"/>
            <a:ext cx="2490856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36222" y="2212848"/>
            <a:ext cx="2490856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5678" y="2432304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5678" y="3017520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Action items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543" y="2267712"/>
            <a:ext cx="2490856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64823" y="2212848"/>
            <a:ext cx="2490856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4823" y="2212848"/>
            <a:ext cx="2490856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4279" y="2432304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4279" y="3017520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Open actions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9143" y="2267712"/>
            <a:ext cx="2490856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93423" y="2212848"/>
            <a:ext cx="2490856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93423" y="2212848"/>
            <a:ext cx="2490856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2879" y="2432304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2879" y="3017520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Unique docs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Evidence Pack  •  2026-04-05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03 / 07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75104"/>
            <a:ext cx="3476086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3476086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84248"/>
            <a:ext cx="334807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4766" y="1975104"/>
            <a:ext cx="3883467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99046" y="1920240"/>
            <a:ext cx="3883467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3054" y="1984248"/>
            <a:ext cx="375545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Finding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3953" y="1975104"/>
            <a:ext cx="3156046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8233" y="1920240"/>
            <a:ext cx="3156046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2241" y="1984248"/>
            <a:ext cx="302803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505456"/>
            <a:ext cx="3476086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2450592"/>
            <a:ext cx="3476086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514600"/>
            <a:ext cx="3348070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gap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4766" y="2505456"/>
            <a:ext cx="3883467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99046" y="2450592"/>
            <a:ext cx="3883467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3054" y="2514600"/>
            <a:ext cx="3755451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No owner is named for the migration task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3953" y="2505456"/>
            <a:ext cx="3156046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8233" y="2450592"/>
            <a:ext cx="3156046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2241" y="2514600"/>
            <a:ext cx="3028030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-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Evidence Pack  •  2026-04-05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04 / 07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Action status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75104"/>
            <a:ext cx="3886200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3886200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84248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79" y="1975104"/>
            <a:ext cx="3314700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09159" y="1920240"/>
            <a:ext cx="3314700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3168" y="1984248"/>
            <a:ext cx="31866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5300" y="1975104"/>
            <a:ext cx="3314700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69579" y="1920240"/>
            <a:ext cx="3314700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3588" y="1984248"/>
            <a:ext cx="31866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505456"/>
            <a:ext cx="3886200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2450592"/>
            <a:ext cx="3886200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514600"/>
            <a:ext cx="3758184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Encaminhe o resultado para revisão humana a…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79" y="2505456"/>
            <a:ext cx="3314700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09159" y="2450592"/>
            <a:ext cx="3314700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14600"/>
            <a:ext cx="3186684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Unassigned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5300" y="2505456"/>
            <a:ext cx="3314700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69579" y="2450592"/>
            <a:ext cx="3314700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3588" y="2514600"/>
            <a:ext cx="3186684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Recommended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168944"/>
            <a:ext cx="3886200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3114080"/>
            <a:ext cx="3886200" cy="608624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3178088"/>
            <a:ext cx="3758184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Abra os trechos-fonte citados para confirma…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79" y="3168944"/>
            <a:ext cx="3314700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09159" y="3114080"/>
            <a:ext cx="3314700" cy="608624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3178088"/>
            <a:ext cx="3186684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Unassigned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15300" y="3168944"/>
            <a:ext cx="3314700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69579" y="3114080"/>
            <a:ext cx="3314700" cy="608624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3588" y="3178088"/>
            <a:ext cx="3186684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Recommended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Evidence Pack  •  2026-04-05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05 / 07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Risks vs mitigations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045152" cy="325526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048256"/>
            <a:ext cx="5045152" cy="325526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048256"/>
            <a:ext cx="73152" cy="3255264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3" y="2286000"/>
            <a:ext cx="4569664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63F"/>
                </a:solidFill>
                <a:latin typeface="Aptos"/>
              </a:rPr>
              <a:t>Risks / watchouts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2734056"/>
            <a:ext cx="4569664" cy="1293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1354B"/>
                </a:solidFill>
                <a:latin typeface="Aptos"/>
              </a:rPr>
              <a:t>No owner is named for the migration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4082555"/>
            <a:ext cx="4569664" cy="983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Open actions still lack named owners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0720" y="2103120"/>
            <a:ext cx="5269279" cy="325526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15000" y="2048256"/>
            <a:ext cx="5269279" cy="325526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15000" y="2048256"/>
            <a:ext cx="73152" cy="3255264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2744" y="2286000"/>
            <a:ext cx="4793791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63F"/>
                </a:solidFill>
                <a:latin typeface="Aptos"/>
              </a:rPr>
              <a:t>Mitigations /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2744" y="2734056"/>
            <a:ext cx="4793791" cy="13386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Assign an owner, validate evidence and confirm human sign-off before externalizing the pack.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2744" y="4127541"/>
            <a:ext cx="4793791" cy="93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Assign an owner to the missing migration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Evidence Pack  •  2026-04-05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06 / 07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1354B"/>
                </a:solidFill>
                <a:latin typeface="Aptos"/>
              </a:rPr>
              <a:t>• Assign an owner to the missing migration task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1354B"/>
                </a:solidFill>
                <a:latin typeface="Aptos"/>
              </a:rPr>
              <a:t>• Validate source snippets before external handoff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1354B"/>
                </a:solidFill>
                <a:latin typeface="Aptos"/>
              </a:rPr>
              <a:t>• Keep human review active until evidence closure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014984"/>
            <a:ext cx="4023360" cy="452628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Assign an owner to the missing migration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0263F"/>
                </a:solidFill>
                <a:latin typeface="Aptos"/>
              </a:rPr>
              <a:t>• Validate source snippets before external handoff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0263F"/>
                </a:solidFill>
                <a:latin typeface="Aptos"/>
              </a:rPr>
              <a:t>• Keep human review active until evidence closure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Evidence Pack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07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