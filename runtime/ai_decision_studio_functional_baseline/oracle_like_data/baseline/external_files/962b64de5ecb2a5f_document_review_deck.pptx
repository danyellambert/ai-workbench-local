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no payload estruturado/document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82133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 política revisada introduz novas obrigações operacionais e ainda pede validação jurídica final.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79413" y="1865376"/>
            <a:ext cx="3904866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79413" y="1865376"/>
            <a:ext cx="390486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17157" y="2103120"/>
            <a:ext cx="34293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17157" y="2432303"/>
            <a:ext cx="3429378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Aprovação formal agora é mandatória.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Ainda falta owner explícito do controle anual.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Yes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532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5251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Type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76174" y="1920240"/>
            <a:ext cx="28988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0182" y="1984248"/>
            <a:ext cx="2770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Finding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20782" y="1920240"/>
            <a:ext cx="258460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4790" y="1984248"/>
            <a:ext cx="245658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Evidence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51105" y="1920240"/>
            <a:ext cx="233317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5113" y="1984248"/>
            <a:ext cx="220515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Owner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532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5251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risk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76174" y="2450592"/>
            <a:ext cx="289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0182" y="2514600"/>
            <a:ext cx="277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Owner não definido para o controle anual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20782" y="2450592"/>
            <a:ext cx="25846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4790" y="2514600"/>
            <a:ext cx="24565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Policy 2026 / page 12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51105" y="2450592"/>
            <a:ext cx="23331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5113" y="2514600"/>
            <a:ext cx="22051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Compliance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6532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5251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gap</a:t>
            </a:r>
            <a:endParaRPr sz="9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76174" y="3114080"/>
            <a:ext cx="289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0182" y="3178088"/>
            <a:ext cx="277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Legal sign-off still missing</a:t>
            </a:r>
            <a:endParaRPr sz="9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20782" y="3114080"/>
            <a:ext cx="25846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4790" y="3178088"/>
            <a:ext cx="24565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51105" y="3114080"/>
            <a:ext cx="23331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5113" y="3178088"/>
            <a:ext cx="22051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07322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94520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Action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96183" y="1920240"/>
            <a:ext cx="24655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191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Owner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7455" y="1920240"/>
            <a:ext cx="24655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1463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Due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18727" y="1920240"/>
            <a:ext cx="24655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82735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Status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07322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94520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Definir owner do controle anual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6183" y="2450592"/>
            <a:ext cx="24655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191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Compliance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7455" y="2450592"/>
            <a:ext cx="24655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1463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2026-04-10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18727" y="2450592"/>
            <a:ext cx="24655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2735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open</a:t>
            </a:r>
            <a:endParaRPr sz="9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5337166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86000"/>
            <a:ext cx="4861678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34056"/>
            <a:ext cx="4861678" cy="12085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Definir owner do controle anual.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97516"/>
            <a:ext cx="4861678" cy="10682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Definir owner do controle anual.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7014" y="2048256"/>
            <a:ext cx="4977265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7014" y="2048256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4758" y="2286000"/>
            <a:ext cx="4501777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44758" y="2734056"/>
            <a:ext cx="4501777" cy="125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Legal sign-off still missing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4758" y="4039432"/>
            <a:ext cx="4501777" cy="10263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Validação jurídica final ainda pendente.</a:t>
            </a:r>
            <a:endParaRPr sz="10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Definir owner do controle anual.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Definir owner do controle anual.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