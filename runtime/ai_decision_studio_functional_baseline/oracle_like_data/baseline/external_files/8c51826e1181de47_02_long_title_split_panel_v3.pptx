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LONG TITLE IN SPLIT-PANEL LAYOUT WITH COLLISION-FIRST PROTECTION AND MORE CONSERVATIVE TRUNCATION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4263F"/>
                </a:solidFill>
                <a:latin typeface="Arial"/>
              </a:rPr>
              <a:t>AI Workbench Local — Benchmark &amp; Eval…</a:t>
            </a:r>
            <a:endParaRPr sz="2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03704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Long title in split-panel layout with collision-first protection and more conservative truncation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227832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This case should prefer safe spacing and truncation before allowing any overlap between title, subtitle and body.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Collision-first split-panel test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