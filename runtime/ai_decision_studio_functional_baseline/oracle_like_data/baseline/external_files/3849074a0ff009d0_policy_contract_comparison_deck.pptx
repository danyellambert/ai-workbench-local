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Diferenças e impactos extraídos do fluxo de comparação documental.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0263F"/>
                </a:solidFill>
                <a:latin typeface="Aptos"/>
              </a:rPr>
              <a:t>AI Workbench Local — Policy / Contract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88B"/>
                </a:solidFill>
                <a:latin typeface="Aptos"/>
              </a:rPr>
              <a:t>Executive comparison review of grounded document differences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14984"/>
            <a:ext cx="3291840" cy="42519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Comparison Review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01 / 06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044266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 política revisada introduz novas obrigações operacionais e ainda pede validação jurídica final.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59834" y="1920240"/>
            <a:ext cx="4270165" cy="2999232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14114" y="1865376"/>
            <a:ext cx="4270165" cy="2999232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14114" y="1865376"/>
            <a:ext cx="4270165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51858" y="2103120"/>
            <a:ext cx="379467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51858" y="2432303"/>
            <a:ext cx="3794677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Aprovação formal agora é mandatória.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Ainda falta owner explícito do controle anual.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Formal approval became mandatory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Comparison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02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2509160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Compared 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9864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4144" y="2212848"/>
            <a:ext cx="2437743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212848"/>
            <a:ext cx="2437743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0839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5119" y="2212848"/>
            <a:ext cx="25091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Needs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Comparison Review  •  2026-04-05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03 / 06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Comparison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975104"/>
            <a:ext cx="2997938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40280" y="1920240"/>
            <a:ext cx="2997938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1984248"/>
            <a:ext cx="286992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Finding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29658" y="1975104"/>
            <a:ext cx="2997938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83938" y="1920240"/>
            <a:ext cx="2997938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7946" y="1984248"/>
            <a:ext cx="286992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Documents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73316" y="1975104"/>
            <a:ext cx="3056683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7596" y="1920240"/>
            <a:ext cx="3056683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1604" y="1984248"/>
            <a:ext cx="292866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obligation_change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2505456"/>
            <a:ext cx="2997938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40280" y="2450592"/>
            <a:ext cx="2997938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2514600"/>
            <a:ext cx="2869922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Formal approval became mandatory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29658" y="2505456"/>
            <a:ext cx="2997938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83938" y="2450592"/>
            <a:ext cx="2997938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7946" y="2514600"/>
            <a:ext cx="2869922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Policy 2025, Policy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73316" y="2505456"/>
            <a:ext cx="3056683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27596" y="2450592"/>
            <a:ext cx="3056683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1604" y="2514600"/>
            <a:ext cx="2928667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Policy 2026 / page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Comparison Review  •  2026-04-05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04 / 06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Recommendation vs watchouts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335621" cy="340156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5335621" cy="340156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48256"/>
            <a:ext cx="73152" cy="3401568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267712"/>
            <a:ext cx="489670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715768"/>
            <a:ext cx="4896709" cy="128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Definir owner do controle anual.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4060430"/>
            <a:ext cx="4896709" cy="11699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Definir owner do controle anual.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Revisar cláusulas críticas com jurídico.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4613" y="2103120"/>
            <a:ext cx="5015386" cy="340156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68893" y="2048256"/>
            <a:ext cx="5015386" cy="340156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68893" y="2048256"/>
            <a:ext cx="73152" cy="3401568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8349" y="2267712"/>
            <a:ext cx="4576474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Watchouts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8349" y="2715768"/>
            <a:ext cx="4576474" cy="13689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Final legal validation is still 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8349" y="4139571"/>
            <a:ext cx="4576474" cy="1090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Legal sign-off still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Comparison Review  •  2026-04-05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05 / 06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• Definir owner do controle anual.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• Revisar cláusulas críticas com jurídico.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014984"/>
            <a:ext cx="4023360" cy="45262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Definir owner do controle anual.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0263F"/>
                </a:solidFill>
                <a:latin typeface="Aptos"/>
              </a:rPr>
              <a:t>• Revisar cláusulas críticas com jurídico.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Comparison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06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