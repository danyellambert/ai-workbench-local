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evidence_pack_deck. Deck family: evidence_audit. Sources: evidenceops_worklog, evidenceops_action_store.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Reframed summary for audit / evidence executive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Risk versus mitigation framing for the evidence pack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AUDIT / COMPLIANCE EXECUTIVE HANDOFF GROUNDED IN EVIDENCEOPS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Evidence Pack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Audit / compliance executive handoff grounded in EvidenceOps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5580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Risk gap review surfaced 1 key finding(s), 2 open action(s) and a live human-review requirement for this audit slice.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42860" y="1865376"/>
            <a:ext cx="3841419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42860" y="1865376"/>
            <a:ext cx="3841419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80604" y="2103120"/>
            <a:ext cx="33659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80604" y="2432303"/>
            <a:ext cx="3365931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1 grounded finding(s) in the current review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2 open follow-up action(s) remain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421238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42123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1982326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1982326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36222" y="2212848"/>
            <a:ext cx="2490856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36222" y="2212848"/>
            <a:ext cx="2490856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5678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5678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 items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64823" y="2212848"/>
            <a:ext cx="2490856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823" y="2212848"/>
            <a:ext cx="2490856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4279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84279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 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93423" y="2212848"/>
            <a:ext cx="2490856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93423" y="2212848"/>
            <a:ext cx="2490856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2879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12879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Unique docs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47058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3" y="1975104"/>
            <a:ext cx="3360857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02689" y="1920240"/>
            <a:ext cx="346153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57553" y="1975104"/>
            <a:ext cx="3351804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19085" y="1920240"/>
            <a:ext cx="356519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73949" y="1975104"/>
            <a:ext cx="345546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3470585" cy="36210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" y="2505456"/>
            <a:ext cx="3360857" cy="35112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risk</a:t>
            </a:r>
            <a:endParaRPr sz="11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02689" y="2450592"/>
            <a:ext cx="3461532" cy="36210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7553" y="2505456"/>
            <a:ext cx="3351804" cy="35112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Missing annual control evidence</a:t>
            </a:r>
            <a:endParaRPr sz="11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819085" y="2450592"/>
            <a:ext cx="3565194" cy="36210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3949" y="2505456"/>
            <a:ext cx="3455466" cy="35112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Doc A / page 4</a:t>
            </a:r>
            <a:endParaRPr sz="1100" b="0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status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8862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3" y="1975104"/>
            <a:ext cx="377647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18303" y="1920240"/>
            <a:ext cx="330555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3167" y="1975104"/>
            <a:ext cx="319582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78723" y="1920240"/>
            <a:ext cx="330555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3588" y="1975104"/>
            <a:ext cx="319582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3886200" cy="183203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" y="2505456"/>
            <a:ext cx="3776472" cy="1722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Definir owner do controle anual</a:t>
            </a:r>
            <a:endParaRPr sz="11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18303" y="2450592"/>
            <a:ext cx="3305556" cy="183203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7" y="2505456"/>
            <a:ext cx="3195828" cy="1722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Compliance</a:t>
            </a:r>
            <a:endParaRPr sz="11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78723" y="2450592"/>
            <a:ext cx="3305556" cy="183203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3588" y="2505456"/>
            <a:ext cx="3195828" cy="1722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Open</a:t>
            </a:r>
            <a:endParaRPr sz="11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346638"/>
            <a:ext cx="3886200" cy="17249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" y="4401502"/>
            <a:ext cx="3776472" cy="16152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Validar sign-off jurídico</a:t>
            </a:r>
            <a:endParaRPr sz="11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718303" y="4346638"/>
            <a:ext cx="3305556" cy="17249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7" y="4401502"/>
            <a:ext cx="3195828" cy="16152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Legal</a:t>
            </a:r>
            <a:endParaRPr sz="11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78723" y="4346638"/>
            <a:ext cx="3305556" cy="17249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3588" y="4401502"/>
            <a:ext cx="3195828" cy="16152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In_Progress</a:t>
            </a:r>
            <a:endParaRPr sz="11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Risks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45317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46982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Risks / watchouts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469829" cy="12549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Missing annual control evidence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16431"/>
            <a:ext cx="4469829" cy="10310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Uma evidência ainda depende de validação manual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15165" y="2029968"/>
            <a:ext cx="5369114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5165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2909" y="2267712"/>
            <a:ext cx="4893626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 / actions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52909" y="2706624"/>
            <a:ext cx="4893626" cy="13438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Assign an owner, validate evidence and confirm human sign-off before externalizing the pack.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52909" y="4105319"/>
            <a:ext cx="4893626" cy="942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Assign an owner to the missing migration task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Assign an owner to the missing migration task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source snippets before external handoff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Keep human review active until evidence closure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Assign an owner to the missing migration task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263F"/>
                </a:solidFill>
                <a:latin typeface="Arial"/>
              </a:rPr>
              <a:t>• Validate source snippets before external handoff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263F"/>
                </a:solidFill>
                <a:latin typeface="Arial"/>
              </a:rPr>
              <a:t>• Keep human review active until evidence closure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