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Operational action plan grounded in current action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11498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3 open action(s) remain in the backlog and require owner assignment plus execution sequencing before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30550" y="1920240"/>
            <a:ext cx="4199449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4830" y="1865376"/>
            <a:ext cx="4199449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84830" y="1865376"/>
            <a:ext cx="4199449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2574" y="2103120"/>
            <a:ext cx="372396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2574" y="2432303"/>
            <a:ext cx="3723961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3 total actions are tracked in this backlog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Open actions still lack named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Total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Overdue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Approval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Priority workstreams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86584"/>
            <a:ext cx="3230070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230070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323007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32888"/>
            <a:ext cx="28277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Priority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53512"/>
            <a:ext cx="282773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owners to the 3 open action(s)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626864"/>
            <a:ext cx="282773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070" y="2386584"/>
            <a:ext cx="3383819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7350" y="2331720"/>
            <a:ext cx="3383819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7350" y="2331720"/>
            <a:ext cx="3383819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8518" y="2532888"/>
            <a:ext cx="298148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Priority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8518" y="2953512"/>
            <a:ext cx="29814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Validate cited evidence before acting on the 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8518" y="4626864"/>
            <a:ext cx="29814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930" y="2386584"/>
            <a:ext cx="3353069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1210" y="2331720"/>
            <a:ext cx="3353069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1210" y="2331720"/>
            <a:ext cx="3353069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2378" y="2532888"/>
            <a:ext cx="295073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Execution 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378" y="2953512"/>
            <a:ext cx="295073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Open actions still lack named owners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378" y="4626864"/>
            <a:ext cx="29507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Risk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493776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493776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48097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493776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Encaminhe o resultado para revisão humana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15761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60897"/>
            <a:ext cx="493776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224905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Abra os trechos-fonte citados para confirma…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Execution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3372471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7247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Assign owners to the 3 open action(s)</a:t>
            </a:r>
          </a:p>
        </p:txBody>
      </p:sp>
      <p:sp>
        <p:nvSpPr>
          <p:cNvPr id="11" name="Oval 10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887" y="2386584"/>
            <a:ext cx="3423185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9167" y="2331720"/>
            <a:ext cx="342318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Validate cited evidence before acting on the backlog</a:t>
            </a:r>
          </a:p>
        </p:txBody>
      </p:sp>
      <p:sp>
        <p:nvSpPr>
          <p:cNvPr id="18" name="Oval 17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528" y="2386584"/>
            <a:ext cx="3372471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1808" y="2331720"/>
            <a:ext cx="337247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Close the human-review gate before final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Blockers vs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4792376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4792376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4353464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Blockers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435346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Open actions still lack named owners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1368" y="2103120"/>
            <a:ext cx="5558631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25648" y="2048256"/>
            <a:ext cx="5558631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5648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5104" y="2267712"/>
            <a:ext cx="511971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5104" y="2715768"/>
            <a:ext cx="5119719" cy="1422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owners, validate evidence and close the human-review gate before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5104" y="4193501"/>
            <a:ext cx="5119719" cy="1036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Assign owners to the 3 open action(s)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