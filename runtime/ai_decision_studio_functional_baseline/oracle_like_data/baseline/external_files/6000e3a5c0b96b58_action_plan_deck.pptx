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 action backlog atual contém 3 ação(ões), com 3 aberta(s), 0 sensível(is) e 0 em atraso.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85986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8598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47074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47074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Encaminhe o resultado para revisão humana antes de tomar uma decisão fi…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4707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Open</a:t>
            </a:r>
            <a:endParaRPr sz="9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3266" y="2331720"/>
            <a:ext cx="334925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3266" y="2331720"/>
            <a:ext cx="334925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2722" y="2551176"/>
            <a:ext cx="291034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2722" y="2971800"/>
            <a:ext cx="291034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02722" y="4608576"/>
            <a:ext cx="291034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Open</a:t>
            </a:r>
            <a:endParaRPr sz="9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52562" y="2331720"/>
            <a:ext cx="323171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2562" y="2331720"/>
            <a:ext cx="323171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2018" y="2551176"/>
            <a:ext cx="279280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72018" y="2971800"/>
            <a:ext cx="279280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Há ações abertas sem owner definido.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72018" y="4608576"/>
            <a:ext cx="279280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Risk signal</a:t>
            </a:r>
            <a:endParaRPr sz="9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0915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957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Encaminhe o resultado para revisão humana antes de toma…</a:t>
            </a:r>
            <a:endParaRPr sz="9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957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Abra os trechos-fonte citados para confirmar a interpre…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957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7395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7667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031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P1</a:t>
            </a:r>
            <a:endParaRPr sz="9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0310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031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3797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37974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Encaminhe o resultado para revisão humana antes de tomar uma decisão final.</a:t>
            </a:r>
            <a:endParaRPr sz="10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0915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7006" y="1783080"/>
            <a:ext cx="514727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P2</a:t>
            </a:r>
            <a:endParaRPr sz="9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7006" y="2331720"/>
            <a:ext cx="5147273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7006" y="2331720"/>
            <a:ext cx="514727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174" y="2532888"/>
            <a:ext cx="474493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8174" y="2916936"/>
            <a:ext cx="4744937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10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70916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423367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423367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Há ações abertas sem owner definido.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79008" y="2048256"/>
            <a:ext cx="560527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79008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2286000"/>
            <a:ext cx="5129783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6752" y="2734056"/>
            <a:ext cx="5129783" cy="1276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Encaminhe o resultado para revisão humana antes de tomar uma decisão final.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16752" y="4065907"/>
            <a:ext cx="5129783" cy="9998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fi…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a…</a:t>
            </a:r>
            <a:endParaRPr sz="10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