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70401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adiciona obrigações novas e ainda depende 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67681" y="1865376"/>
            <a:ext cx="3916598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7681" y="1865376"/>
            <a:ext cx="391659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5425" y="2103120"/>
            <a:ext cx="34411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05425" y="2432303"/>
            <a:ext cx="3441110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Nova obrigação de aprovação formal.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 do controle anual ainda não foi definido.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956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67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18616" y="1920240"/>
            <a:ext cx="29582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2624" y="1984248"/>
            <a:ext cx="28302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22589" y="1920240"/>
            <a:ext cx="24403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6597" y="1984248"/>
            <a:ext cx="23123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08663" y="1920240"/>
            <a:ext cx="237561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2671" y="1984248"/>
            <a:ext cx="22476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9565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6764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18616" y="2450592"/>
            <a:ext cx="29582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624" y="2514600"/>
            <a:ext cx="28302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Owner não definido para o controle anual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22589" y="2450592"/>
            <a:ext cx="24403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6597" y="2514600"/>
            <a:ext cx="23123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Page 12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8663" y="2450592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71" y="2514600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9565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56764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18616" y="3114080"/>
            <a:ext cx="29582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2624" y="3178088"/>
            <a:ext cx="28302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22589" y="3114080"/>
            <a:ext cx="24403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6597" y="3178088"/>
            <a:ext cx="23123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8663" y="3114080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2671" y="3178088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07322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9452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96183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191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7455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1463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18727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2735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0732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9452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6183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191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7455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1463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2026-04-10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8727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2735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30461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82912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829123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829123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4459" y="2029968"/>
            <a:ext cx="500982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4459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2203" y="2267712"/>
            <a:ext cx="45343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12203" y="2706624"/>
            <a:ext cx="4534332" cy="12549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2203" y="4016431"/>
            <a:ext cx="4534332" cy="1031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Final legal validation is still pending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