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31422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 evidence log: 2 risk(s), 2 gap(s) and 3 mitigation action(s) identified. Top risk: Missing evidence blocks control closure Main evidence gap: No explicit due date is provided for the archiving of EV-002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28702" y="1865376"/>
            <a:ext cx="3855577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28702" y="1865376"/>
            <a:ext cx="3855577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66446" y="2103120"/>
            <a:ext cx="33800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66446" y="2432303"/>
            <a:ext cx="3380089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evidence may not be verified in time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due date is provided for the archiving of EV-002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7600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34799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98966" y="1920240"/>
            <a:ext cx="322717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62974" y="1984248"/>
            <a:ext cx="309916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71866" y="1920240"/>
            <a:ext cx="261072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35874" y="1984248"/>
            <a:ext cx="248271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228313" y="1920240"/>
            <a:ext cx="215596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2321" y="1984248"/>
            <a:ext cx="202795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47600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34799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98966" y="2450592"/>
            <a:ext cx="32271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2974" y="2514600"/>
            <a:ext cx="30991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71866" y="2450592"/>
            <a:ext cx="26107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5874" y="2514600"/>
            <a:ext cx="24827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28313" y="2450592"/>
            <a:ext cx="21559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2321" y="2514600"/>
            <a:ext cx="20279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47600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34799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98966" y="3114080"/>
            <a:ext cx="32271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2974" y="3178088"/>
            <a:ext cx="30991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evidence may not be verified in t…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71866" y="3114080"/>
            <a:ext cx="26107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5874" y="3178088"/>
            <a:ext cx="24827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228313" y="3114080"/>
            <a:ext cx="21559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2321" y="3178088"/>
            <a:ext cx="20279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47600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34799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298966" y="3777569"/>
            <a:ext cx="32271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2974" y="3841577"/>
            <a:ext cx="30991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due date is provided for the arch…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71866" y="3777569"/>
            <a:ext cx="26107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5874" y="3841577"/>
            <a:ext cx="24827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228313" y="3777569"/>
            <a:ext cx="21559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2321" y="3841577"/>
            <a:ext cx="20279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47600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34799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98966" y="4441057"/>
            <a:ext cx="322717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62974" y="4505065"/>
            <a:ext cx="309916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No explicit owner is assigned for verifying p…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571866" y="4441057"/>
            <a:ext cx="261072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35874" y="4505065"/>
            <a:ext cx="248271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228313" y="4441057"/>
            <a:ext cx="21559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2321" y="4505065"/>
            <a:ext cx="20279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5391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4111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62145" y="1920240"/>
            <a:ext cx="242384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26153" y="1984248"/>
            <a:ext cx="229582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31711" y="1920240"/>
            <a:ext cx="225342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95719" y="1984248"/>
            <a:ext cx="2125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30855" y="1920240"/>
            <a:ext cx="225342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94863" y="1984248"/>
            <a:ext cx="212540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5391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4111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62145" y="2450592"/>
            <a:ext cx="24238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6153" y="2514600"/>
            <a:ext cx="22958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31711" y="2450592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5719" y="2514600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30855" y="2450592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4863" y="2514600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5391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4111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evidence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62145" y="3114080"/>
            <a:ext cx="24238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6153" y="3178088"/>
            <a:ext cx="22958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31711" y="3114080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5719" y="3178088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30855" y="3114080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4863" y="3178088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35391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34111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Complete review of privileged activity log for Jan-Mar 2024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62145" y="3777569"/>
            <a:ext cx="24238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6153" y="3841577"/>
            <a:ext cx="22958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Security Engineering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831711" y="3777569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95719" y="3841577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130855" y="3777569"/>
            <a:ext cx="225342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94863" y="3841577"/>
            <a:ext cx="212540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received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04025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6476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64766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564766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10102" y="2029968"/>
            <a:ext cx="527417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10102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846" y="2267712"/>
            <a:ext cx="479868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47846" y="2706624"/>
            <a:ext cx="4798689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explicit due date is provided for the archiving of ev-002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47846" y="4034307"/>
            <a:ext cx="4798689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No explicit owner is assigned for verifying provenance of missing evide…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Open-ended questions may require additional human reading when the docu…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Complete review of privileged activity log for Jan-Mar 2024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Verify provenance of missing evidence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Complete review of privileged activity log for Jan-Mar 2024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