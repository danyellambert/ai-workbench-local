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Grounded in the current Action Plan run and cited document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Concise executive framing for the grounded action plan and execution posture.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Priority actions grouped from the current grounded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Use the paired action-detail slide for full task wording and source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[EVIDENCE] Source: Privileged Account Approval Email.pdf | Evidence: Please archive this approval with the Q1 access-review evidence pack
[A02] Source: Privileged Account Approval Email.pdf | Evidence: If either named administrator changes, this approval must be revalidated before access is retained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[EV-002] Source: Privileged Account Approval Email.pdf | Evidence: EV-002 is satisfied by the attached email-export artifact once archived in the approved repository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sequence derived from the current action plan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blockers and concrete mitigation actions from the current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OPERATIONAL ACTION PLAN GROUNDED IN CURRENT ACTION BACKLOG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Action Plan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Operational action plan grounded in current action backlog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09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12229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3 open action(s) remain in the current plan and now require explicit owner follow-through, evidence closure and sequencing into the next operating review.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09509" y="1865376"/>
            <a:ext cx="3874770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09509" y="1865376"/>
            <a:ext cx="387477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47253" y="2103120"/>
            <a:ext cx="339928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47253" y="2432303"/>
            <a:ext cx="3399282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3 total actions are tracked in the current plan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3 action(s) include owner, due date or status context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Use the appendix for full task wording and source traceability.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09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Total actions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Open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Overdue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Approval required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09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65836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Priority workstreams</a:t>
            </a:r>
            <a:endParaRPr sz="2800" b="1" i="0">
              <a:latin typeface="Arial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77240" y="2331720"/>
            <a:ext cx="3319807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331720"/>
            <a:ext cx="3319807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5" y="2551176"/>
            <a:ext cx="288089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1</a:t>
            </a:r>
            <a:endParaRPr sz="1500" b="1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5" y="2971800"/>
            <a:ext cx="2880895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Archive approval with Q1 access-review evidence pack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4608576"/>
            <a:ext cx="288089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Priya Nair • - • Open</a:t>
            </a:r>
            <a:endParaRPr sz="10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417087" y="2331720"/>
            <a:ext cx="3244434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17087" y="2331720"/>
            <a:ext cx="3244434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543" y="2551176"/>
            <a:ext cx="2805522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2</a:t>
            </a:r>
            <a:endParaRPr sz="15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36543" y="2971800"/>
            <a:ext cx="2805522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Revalidate approval if named administrator changes</a:t>
            </a:r>
            <a:endParaRPr sz="1400" b="0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36543" y="4608576"/>
            <a:ext cx="280552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Priya Nair • - • Open</a:t>
            </a:r>
            <a:endParaRPr sz="1000" b="0" i="0"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981561" y="2331720"/>
            <a:ext cx="3402718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1561" y="2331720"/>
            <a:ext cx="3402718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1017" y="2551176"/>
            <a:ext cx="2963806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Evidence posture</a:t>
            </a:r>
            <a:endParaRPr sz="1500" b="1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01017" y="2971800"/>
            <a:ext cx="2963806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Backlog requires evidence closure and sequence confirmation before close-out.</a:t>
            </a:r>
            <a:endParaRPr sz="1400" b="0" i="0"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01017" y="4608576"/>
            <a:ext cx="296380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Grounded review signal</a:t>
            </a:r>
            <a:endParaRPr sz="1000" b="0" i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09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backlog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807449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679433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Ref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30409" y="1920240"/>
            <a:ext cx="268761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94417" y="1984248"/>
            <a:ext cx="255959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363740" y="1920240"/>
            <a:ext cx="2487409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7748" y="1984248"/>
            <a:ext cx="2359393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896870" y="1920240"/>
            <a:ext cx="2487409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0878" y="1984248"/>
            <a:ext cx="2359393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80744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67943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EVIDENCE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30409" y="2450592"/>
            <a:ext cx="268761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94417" y="2514600"/>
            <a:ext cx="255959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Priya Nair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63740" y="2450592"/>
            <a:ext cx="248740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7748" y="2514600"/>
            <a:ext cx="235939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896870" y="2450592"/>
            <a:ext cx="248740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0878" y="2514600"/>
            <a:ext cx="235939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80744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67943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A02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630409" y="3114080"/>
            <a:ext cx="268761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94417" y="3178088"/>
            <a:ext cx="255959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Priya Nair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63740" y="3114080"/>
            <a:ext cx="248740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7748" y="3178088"/>
            <a:ext cx="235939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896870" y="3114080"/>
            <a:ext cx="248740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0878" y="3178088"/>
            <a:ext cx="235939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77569"/>
            <a:ext cx="280744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841577"/>
            <a:ext cx="267943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EV-002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630409" y="3777569"/>
            <a:ext cx="268761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94417" y="3841577"/>
            <a:ext cx="255959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Compliance Operations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363740" y="3777569"/>
            <a:ext cx="248740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27748" y="3841577"/>
            <a:ext cx="235939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896870" y="3777569"/>
            <a:ext cx="248740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0878" y="3841577"/>
            <a:ext cx="235939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09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details appendix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1139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400" b="0" i="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3598952"/>
            <a:ext cx="6263640" cy="17960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approval with Q1 access-review evidence pack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Owner: Priya Nair • Due: - • Status: Open • Source: Privileged Account Approval Email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A02 — Revalidate approval if named administrator changes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Owner: Priya Nair • Due: - • Status: Open • Source: Privileged Account Approval Email</a:t>
            </a:r>
            <a:endParaRPr sz="1300" b="0" i="0"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Owner: Priya Nair • Due: - • Status: Open • Source: Privileged Account Approval Email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A02 — Revalidate approval if named administrator changes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Owner: Priya Nair • Due: - • Status: Open • Source: Privileged Account Approval Email</a:t>
            </a:r>
            <a:endParaRPr sz="1300" b="0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09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details appendix (2)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1139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400" b="0" i="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3598952"/>
            <a:ext cx="6263640" cy="17960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EV-002 — Archive EV-002 artifact in approved repository</a:t>
            </a:r>
            <a:endParaRPr sz="13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Owner: Compliance Operations • Due: - • Status: Open • Source: Privileged Account Approval Email</a:t>
            </a:r>
            <a:endParaRPr sz="1300" b="0" i="0"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1" y="1216152"/>
            <a:ext cx="3511296" cy="21309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16951" y="3438559"/>
            <a:ext cx="3511296" cy="1791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4263F"/>
                </a:solidFill>
                <a:latin typeface="Arial"/>
              </a:rPr>
              <a:t>• Owner: Compliance Operations • Due: - • Status: Open • Source: Privileged Account Approval Email</a:t>
            </a:r>
            <a:endParaRPr sz="1300" b="0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09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31520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Execution timeline</a:t>
            </a:r>
            <a:endParaRPr sz="2800" b="1" i="0">
              <a:latin typeface="Arial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2488342" y="2084831"/>
            <a:ext cx="7209457" cy="0"/>
          </a:xfrm>
          <a:prstGeom prst="line">
            <a:avLst/>
          </a:prstGeom>
          <a:ln w="1778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2378614" y="1975103"/>
            <a:ext cx="219456" cy="219456"/>
          </a:xfrm>
          <a:prstGeom prst="ellipse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342220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P1</a:t>
            </a:r>
            <a:endParaRPr sz="10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3422205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3422205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532888"/>
            <a:ext cx="301986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1</a:t>
            </a:r>
            <a:endParaRPr sz="1400" b="1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8408" y="2916936"/>
            <a:ext cx="3019869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EVIDENCE · Archive approval with Q1 access-review evidence pack</a:t>
            </a:r>
            <a:endParaRPr sz="1100" b="0" i="0">
              <a:latin typeface="Arial"/>
            </a:endParaRPr>
          </a:p>
        </p:txBody>
      </p:sp>
      <p:sp>
        <p:nvSpPr>
          <p:cNvPr id="10" name="Oval 9"/>
          <p:cNvSpPr/>
          <p:nvPr/>
        </p:nvSpPr>
        <p:spPr>
          <a:xfrm>
            <a:off x="5995653" y="1975103"/>
            <a:ext cx="219456" cy="219456"/>
          </a:xfrm>
          <a:prstGeom prst="ellipse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8901" y="1783080"/>
            <a:ext cx="3372961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P2</a:t>
            </a:r>
            <a:endParaRPr sz="10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418901" y="2331720"/>
            <a:ext cx="3372961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8901" y="2331720"/>
            <a:ext cx="3372961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0069" y="2532888"/>
            <a:ext cx="297062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2</a:t>
            </a:r>
            <a:endParaRPr sz="1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20069" y="2916936"/>
            <a:ext cx="2970625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A02 · Revalidate approval if named administrator changes</a:t>
            </a:r>
            <a:endParaRPr sz="1100" b="0" i="0">
              <a:latin typeface="Arial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9588071" y="1975103"/>
            <a:ext cx="219456" cy="219456"/>
          </a:xfrm>
          <a:prstGeom prst="ellipse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1318" y="1783080"/>
            <a:ext cx="3372961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P3</a:t>
            </a:r>
            <a:endParaRPr sz="1000" b="1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011318" y="2331720"/>
            <a:ext cx="3372961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1318" y="2331720"/>
            <a:ext cx="3372961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2486" y="2532888"/>
            <a:ext cx="297062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3</a:t>
            </a:r>
            <a:endParaRPr sz="1400" b="1" i="0"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12486" y="2916936"/>
            <a:ext cx="2970625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EV-002 · Archive EV-002 artifact in approved repository</a:t>
            </a:r>
            <a:endParaRPr sz="1100" b="0" i="0"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08 / 09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Blockers vs mitigations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4985178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50969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Blockers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509690" cy="1244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No major blocker flagged in the current run.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05872"/>
            <a:ext cx="4509690" cy="1041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approval with Q1 access-review evidence pack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A02 — Revalidate approval if named administrator changes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55026" y="2029968"/>
            <a:ext cx="5329253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55026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2770" y="2267712"/>
            <a:ext cx="485376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Mitigations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92770" y="2706624"/>
            <a:ext cx="4853765" cy="131417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Execute the named actions in order, close cited evidence gaps and confirm approval dependencies before closure.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92770" y="4075661"/>
            <a:ext cx="4853765" cy="97182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approval with Q1 access-review evidence pack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A02 — Revalidate approval if named administrator changes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09 / 09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