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Export kind: policy_contract_comparison_deck. Deck family: comparison. Sources: structured_result, document_agent_comparison.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Executive summary consolidated from the product's grounded signals.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Differences and impacts extracted from the document-comparison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Executive decision framing for this slice.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COMPARISON REVIEW OF GROUNDED DOCUMENT DIFFERENCES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126480" cy="12435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63F"/>
                </a:solidFill>
                <a:latin typeface="Arial"/>
              </a:rPr>
              <a:t>AI Workbench Local — Policy / Contract Comparison</a:t>
            </a:r>
            <a:endParaRPr sz="32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2551176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Executive comparison review of grounded document differences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06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447488" cy="19385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**Executive Comparison:**  
The Access Review Evidence Log (EVD-101) is a formal inventory tracking evidence status for the Q1 2024 Northwind vendor-control review, where missing or incomplete items—such as the archived email-export artifact for EV-002—must be resolved before control closure. In contrast, the Privileged Account Approval Email grants standing access to two named administrators under a pilot program, contingent on strict scoping, logging, and quarterly revalidation, with access contingent on ongoing compliance rather than evidence completion.
- The Access Review Evidence Log requires resolution of missing evidence items before control closure; the Privileged Account Email does not require evidence completion but mandates quarterly recertification.  
- EV-002’s compliance depends on archiving an email-export artifact in an approved repository; the Privileged Account Email requires vendor confirmation and revalidation upon personnel changes.  
- The Access Review Evidence Log is tied to a specific vendor-control review cycle (Q1 2024); the Privileged Account Email supports ongoing, standing access under a pilot framework.  
- Missing items in the Access Review Evidence Log block control closure; access in the Privileged Account Email is conditional on adherence to scoping and logging rules, not evidence completeness.  
- The Access Review Evidence Log tracks repository locations and status of evidence items; the Privileged Account Email does not reference repository tracking but emphasizes audit-ready logging and governance.  
- Control closure for the Access Review Evidence Log is contingent on provenance verification of all items; the Privileged Account Email requires continuous oversight and revalidation, not a one-time evidence resolution.</a:t>
            </a:r>
            <a:endParaRPr sz="9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517336" y="1865376"/>
            <a:ext cx="3866943" cy="31272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17336" y="1865376"/>
            <a:ext cx="38669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36792" y="2084832"/>
            <a:ext cx="34280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36792" y="2414016"/>
            <a:ext cx="3428031" cy="23591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The Access Review Evidence Log (EVD-101) is a formal inventory tracking evi…</a:t>
            </a:r>
            <a:endParaRPr sz="10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The Access Review Evidence Log requires resolution of missing evidence item…</a:t>
            </a:r>
            <a:endParaRPr sz="10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EV-002’s compliance depends on archiving an email-export artifact in an app…</a:t>
            </a:r>
            <a:endParaRPr sz="10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02 / 06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snapshot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50916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</a:t>
            </a:r>
            <a:endParaRPr sz="24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Compared docs</a:t>
            </a:r>
            <a:endParaRPr sz="12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24144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4144" y="2212848"/>
            <a:ext cx="24377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3600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8</a:t>
            </a:r>
            <a:endParaRPr sz="24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3600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Findings</a:t>
            </a:r>
            <a:endParaRPr sz="12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99632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2212848"/>
            <a:ext cx="243774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4</a:t>
            </a:r>
            <a:endParaRPr sz="2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088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Sources</a:t>
            </a:r>
            <a:endParaRPr sz="1200" b="1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875119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5119" y="2212848"/>
            <a:ext cx="25091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457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No</a:t>
            </a:r>
            <a:endParaRPr sz="2400" b="1" i="0"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9457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Needs review</a:t>
            </a:r>
            <a:endParaRPr sz="1200" b="1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03 / 06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Comparison findings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352634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22461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Type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175594" y="1920240"/>
            <a:ext cx="270574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39602" y="1984248"/>
            <a:ext cx="257773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Finding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927063" y="1920240"/>
            <a:ext cx="270574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91071" y="1984248"/>
            <a:ext cx="257773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Documents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678531" y="1920240"/>
            <a:ext cx="270574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42539" y="1984248"/>
            <a:ext cx="257773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Evidence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document_summary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175594" y="245059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9602" y="251460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Summary of Access Review Evidence Log.pdf (pdf)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927063" y="245059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91071" y="251460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678531" y="245059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42539" y="251460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203247"/>
                </a:solidFill>
                <a:latin typeface="Arial"/>
              </a:rPr>
              <a:t>EV-002 requires the attached email-export artifact to be archived in the approved repository to satisfy the control. |…</a:t>
            </a:r>
            <a:endParaRPr sz="8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2910078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2974086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document_summary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175594" y="291007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39602" y="297408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Summary of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927063" y="291007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91071" y="297408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678531" y="291007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42539" y="297408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is conditional on strict task scoping and logging compliance | Quarterly recertification and vendor confirmation…</a:t>
            </a:r>
            <a:endParaRPr sz="700" b="0" i="0">
              <a:latin typeface="Arial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77240" y="3369564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" y="3433572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approval_change</a:t>
            </a:r>
            <a:endParaRPr sz="1000" b="0" i="0">
              <a:latin typeface="Arial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3175594" y="336956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39602" y="343357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The Access Review Evidence Log (EVD-101) is a…</a:t>
            </a:r>
            <a:endParaRPr sz="1000" b="0" i="0">
              <a:latin typeface="Arial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5927063" y="336956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91071" y="343357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8678531" y="336956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42539" y="343357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Review Evidence Log.pdf (pdf): The Access Review Evidence Log (EVD-101) serves as a controlled inventory for the…</a:t>
            </a:r>
            <a:endParaRPr sz="700" b="0" i="0">
              <a:latin typeface="Arial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777240" y="3829050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7" y="3893058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approval_change</a:t>
            </a:r>
            <a:endParaRPr sz="1000" b="0" i="0">
              <a:latin typeface="Arial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3175594" y="3829050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39602" y="3893058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The Access Review Evidence Log requires resolution of…</a:t>
            </a:r>
            <a:endParaRPr sz="1000" b="0" i="0">
              <a:latin typeface="Arial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5927063" y="3829050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91071" y="3893058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8678531" y="3829050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42539" y="3893058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Review Evidence Log.pdf (pdf): The Access Review Evidence Log (EVD-101) serves as a controlled inventory for the…</a:t>
            </a:r>
            <a:endParaRPr sz="700" b="0" i="0">
              <a:latin typeface="Arial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777240" y="4288536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1247" y="4352544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approval_change</a:t>
            </a:r>
            <a:endParaRPr sz="1000" b="0" i="0">
              <a:latin typeface="Arial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3175594" y="4288536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39602" y="4352544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EV-002’s compliance depends on archiving an email-export artifact…</a:t>
            </a:r>
            <a:endParaRPr sz="1000" b="0" i="0">
              <a:latin typeface="Arial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5927063" y="4288536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91071" y="4352544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8678531" y="4288536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742539" y="4352544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Review Evidence Log.pdf (pdf): EV-002 requires the attached email-export artifact to be archived in the approved…</a:t>
            </a:r>
            <a:endParaRPr sz="700" b="0" i="0">
              <a:latin typeface="Arial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777240" y="4748022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1247" y="4812030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vendor_oversight_delta</a:t>
            </a:r>
            <a:endParaRPr sz="1000" b="0" i="0">
              <a:latin typeface="Arial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3175594" y="474802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39602" y="481203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The Access Review Evidence Log is tied to…</a:t>
            </a:r>
            <a:endParaRPr sz="1000" b="0" i="0">
              <a:latin typeface="Arial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5927063" y="474802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991071" y="481203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8678531" y="474802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742539" y="481203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Review Evidence Log.pdf (pdf): The Access Review Evidence Log (EVD-101) serves as a controlled inventory for the…</a:t>
            </a:r>
            <a:endParaRPr sz="700" b="0" i="0">
              <a:latin typeface="Arial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777240" y="5207508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41247" y="5271516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identity_control_delta</a:t>
            </a:r>
            <a:endParaRPr sz="1000" b="0" i="0">
              <a:latin typeface="Arial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3175594" y="520750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239602" y="527151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Missing items in the Access Review Evidence Log…</a:t>
            </a:r>
            <a:endParaRPr sz="1000" b="0" i="0">
              <a:latin typeface="Arial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5927063" y="520750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991071" y="527151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8678531" y="520750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742539" y="527151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Review Evidence Log.pdf (pdf): The Access Review Evidence Log (EVD-101) serves as a controlled inventory for the…</a:t>
            </a:r>
            <a:endParaRPr sz="700" b="0" i="0">
              <a:latin typeface="Arial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777240" y="5666994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41247" y="5731002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identity_control_delta</a:t>
            </a:r>
            <a:endParaRPr sz="1000" b="0" i="0">
              <a:latin typeface="Arial"/>
            </a:endParaRPr>
          </a:p>
        </p:txBody>
      </p:sp>
      <p:sp>
        <p:nvSpPr>
          <p:cNvPr id="70" name="Rounded Rectangle 69"/>
          <p:cNvSpPr/>
          <p:nvPr/>
        </p:nvSpPr>
        <p:spPr>
          <a:xfrm>
            <a:off x="3175594" y="566699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239602" y="573100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The Access Review Evidence Log tracks repository locations…</a:t>
            </a:r>
            <a:endParaRPr sz="1000" b="0" i="0">
              <a:latin typeface="Arial"/>
            </a:endParaRPr>
          </a:p>
        </p:txBody>
      </p:sp>
      <p:sp>
        <p:nvSpPr>
          <p:cNvPr id="72" name="Rounded Rectangle 71"/>
          <p:cNvSpPr/>
          <p:nvPr/>
        </p:nvSpPr>
        <p:spPr>
          <a:xfrm>
            <a:off x="5927063" y="566699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991071" y="573100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74" name="Rounded Rectangle 73"/>
          <p:cNvSpPr/>
          <p:nvPr/>
        </p:nvSpPr>
        <p:spPr>
          <a:xfrm>
            <a:off x="8678531" y="566699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742539" y="573100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Review Evidence Log.pdf (pdf): The Access Review Evidence Log (EVD-101) serves as a controlled inventory for the…</a:t>
            </a:r>
            <a:endParaRPr sz="700" b="0" i="0">
              <a:latin typeface="Arial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2026-04-18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04 / 06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Recommendation vs watchouts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029968"/>
            <a:ext cx="5551932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29968"/>
            <a:ext cx="73152" cy="3255264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2267712"/>
            <a:ext cx="5076444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Recommendation</a:t>
            </a:r>
            <a:endParaRPr sz="16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4983" y="2706624"/>
            <a:ext cx="5076444" cy="127281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Open the cited source excerpts to confirm the interpretation before acting.</a:t>
            </a:r>
            <a:endParaRPr sz="15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4983" y="4034307"/>
            <a:ext cx="5076444" cy="10131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Open the cited source excerpts to confirm the interpretation before act…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Validate critical differences directly in the compared documents before…</a:t>
            </a:r>
            <a:endParaRPr sz="1100" b="0" i="0"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621780" y="2029968"/>
            <a:ext cx="4762500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21780" y="2029968"/>
            <a:ext cx="73152" cy="3255264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9524" y="2267712"/>
            <a:ext cx="4287012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Watchouts</a:t>
            </a:r>
            <a:endParaRPr sz="1600" b="1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59524" y="2706624"/>
            <a:ext cx="4287012" cy="1481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No critical watchouts recorded for this slice.</a:t>
            </a:r>
            <a:endParaRPr sz="1500" b="0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05 / 06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Next steps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2880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• Open the cited source excerpts to confirm the interpretation before acting.</a:t>
            </a:r>
            <a:endParaRPr sz="1400" b="0" i="0"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• Validate critical differences directly in the compared documents before consoli…</a:t>
            </a:r>
            <a:endParaRPr sz="14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6951" y="1216152"/>
            <a:ext cx="3511296" cy="213096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Open the cited source excerpts to confirm the interpretation before acting.</a:t>
            </a:r>
            <a:endParaRPr sz="14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16951" y="3438559"/>
            <a:ext cx="3511296" cy="1791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4263F"/>
                </a:solidFill>
                <a:latin typeface="Arial"/>
              </a:rPr>
              <a:t>• Validate critical differences directly in the compared documents before consoli…</a:t>
            </a:r>
            <a:endParaRPr sz="14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06 / 06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