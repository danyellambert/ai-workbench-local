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policy_contract_comparison_deck. Deck family: comparison. Sources: structured_result, document_agent_comparison.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Differences and impacts extracted from the document-comparison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decision framing for this slice.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COMPARISON REVIEW OF GROUNDED DOCUMENT DIFFERENCES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Policy / Contract Comparison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551176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comparison review of grounded document differences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47488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Executive Comparison:  
The documents address distinct control domains—evidence management for vendor oversight versus privileged access governance—with no overlapping operational scope or shared requirements.
- EV-002, EV-003, and EV-005 require resolution to close the Q1 2024 vendor-control review.  
- Access is restricted to ticketed support and break-fix tasks only.  
- Vendor confirmation of personnel is required quarterly.  
- Evidence repository paths and status designations are critical for tracking provenance.  
- Standing privileged access is approved conditionally for two administrators.  
- Control closure depends on completing outstanding evidence items.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17336" y="1865376"/>
            <a:ext cx="3866943" cy="3127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17336" y="1865376"/>
            <a:ext cx="38669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36792" y="2084832"/>
            <a:ext cx="34280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36792" y="2414016"/>
            <a:ext cx="3428031" cy="23591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The documents address distinct control domains—evidence management for vend…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EV-002, EV-003, and EV-005 require resolution to close the Q1 2024 vendor-c…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Access is restricted to ticketed support and break-fix tasks only.</a:t>
            </a:r>
            <a:endParaRPr sz="10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Compared docs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8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4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Comparison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35263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22461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175594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39602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27063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91071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Documents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78531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42539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175594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9602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Access Review Evidence Log.pdf (pdf)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27063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91071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78531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42539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Critical evidence items (EV-002, EV-003, EV-005) require resolution before control closure. | Repository paths and stat…</a:t>
            </a:r>
            <a:endParaRPr sz="7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2910078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2974086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175594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39602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927063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91071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678531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42539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is conditional on being limited to ticketed support and break-fix tasks only. | Vendor must confirm the personne…</a:t>
            </a:r>
            <a:endParaRPr sz="7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369564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433572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vendor_oversight_delta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175594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39602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documents address distinct control domains—evidence management for…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927063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91071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678531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42539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evidence register (EVD-101) documents five items supporting the Q1 2024 North…</a:t>
            </a:r>
            <a:endParaRPr sz="7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3829050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3893058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vendor_oversight_delta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175594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9602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EV-002, EV-003, and EV-005 require resolution to close…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927063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91071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678531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42539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evidence register (EVD-101) documents five items supporting the Q1 2024 North…</a:t>
            </a:r>
            <a:endParaRPr sz="700" b="0" i="0">
              <a:latin typeface="Arial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77240" y="4288536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" y="4352544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cross_document_observation</a:t>
            </a:r>
            <a:endParaRPr sz="1000" b="0" i="0">
              <a:latin typeface="Arial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175594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39602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is restricted to ticketed support and break-fix…</a:t>
            </a:r>
            <a:endParaRPr sz="1000" b="0" i="0">
              <a:latin typeface="Arial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927063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91071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678531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42539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evidence register (EVD-101) documents five items supporting the Q1 2024 North…</a:t>
            </a:r>
            <a:endParaRPr sz="700" b="0" i="0">
              <a:latin typeface="Arial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777240" y="4748022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7" y="4812030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3175594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39602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Vendor confirmation of personnel is required quarterly</a:t>
            </a:r>
            <a:endParaRPr sz="1000" b="0" i="0">
              <a:latin typeface="Arial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5927063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91071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8678531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42539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evidence register (EVD-101) documents five items supporting the Q1 2024 North…</a:t>
            </a:r>
            <a:endParaRPr sz="700" b="0" i="0">
              <a:latin typeface="Arial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777240" y="5207508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7" y="5271516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auditability_delta</a:t>
            </a:r>
            <a:endParaRPr sz="1000" b="0" i="0">
              <a:latin typeface="Arial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3175594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39602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Evidence repository paths and status designations are critical…</a:t>
            </a:r>
            <a:endParaRPr sz="1000" b="0" i="0">
              <a:latin typeface="Arial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5927063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91071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8678531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742539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Repository paths and status designations are essential for tracking evidence prov…</a:t>
            </a:r>
            <a:endParaRPr sz="700" b="0" i="0">
              <a:latin typeface="Arial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777240" y="5666994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1247" y="5731002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identity_control_delta</a:t>
            </a:r>
            <a:endParaRPr sz="1000" b="0" i="0">
              <a:latin typeface="Arial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3175594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39602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Standing privileged access is approved conditionally for two…</a:t>
            </a:r>
            <a:endParaRPr sz="1000" b="0" i="0">
              <a:latin typeface="Arial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5927063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91071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8678531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42539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evidence register (EVD-101) documents five items supporting the Q1 2024 North…</a:t>
            </a:r>
            <a:endParaRPr sz="700" b="0" i="0">
              <a:latin typeface="Arial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06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551932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507644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5076444" cy="12728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34307"/>
            <a:ext cx="5076444" cy="1013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before…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621780" y="2029968"/>
            <a:ext cx="4762500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1780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9524" y="2267712"/>
            <a:ext cx="428701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9524" y="2706624"/>
            <a:ext cx="4287012" cy="1481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critical watchouts recorded for this slice.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 consoli…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21309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438559"/>
            <a:ext cx="3511296" cy="1791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Validate critical differences directly in the compared documents before consoli…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