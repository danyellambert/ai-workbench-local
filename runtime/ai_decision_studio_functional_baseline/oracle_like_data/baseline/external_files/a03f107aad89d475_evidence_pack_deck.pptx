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Export kind: evidence_pack_deck. Deck family: evidence_audit. Sources: evidenceops_worklog, evidenceops_action_store.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Reframed summary for audit / evidence executive handoff.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Risk versus mitigation framing for the evidence pack handoff.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AUDIT / COMPLIANCE EXECUTIVE HANDOFF GROUNDED IN EVIDENCEOPS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12435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Evidence Pack Review</a:t>
            </a:r>
            <a:endParaRPr sz="3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551176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Audit / compliance executive handoff grounded in EvidenceOps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Evidence Pack  •  2026-04-06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07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445580" cy="18105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Risk gap review surfaced 1 key finding(s), 2 open action(s) and a live human-review requirement for this audit slice.</a:t>
            </a:r>
            <a:endParaRPr sz="15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42860" y="1865376"/>
            <a:ext cx="3841419" cy="29992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42860" y="1865376"/>
            <a:ext cx="3841419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80604" y="2103120"/>
            <a:ext cx="33659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80604" y="2432303"/>
            <a:ext cx="3365931" cy="219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1 grounded finding(s) in the current review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2 open follow-up action(s) remain</a:t>
            </a:r>
            <a:endParaRPr sz="11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Evidence Pack  •  2026-04-06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421238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421238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1982326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1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1982326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Findings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436222" y="2212848"/>
            <a:ext cx="2490856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36222" y="2212848"/>
            <a:ext cx="2490856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5678" y="2432304"/>
            <a:ext cx="2051944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1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655678" y="3017520"/>
            <a:ext cx="2051944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Action items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64823" y="2212848"/>
            <a:ext cx="2490856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64823" y="2212848"/>
            <a:ext cx="2490856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4279" y="2432304"/>
            <a:ext cx="2051944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384279" y="3017520"/>
            <a:ext cx="2051944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Open actions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93423" y="2212848"/>
            <a:ext cx="2490856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93423" y="2212848"/>
            <a:ext cx="2490856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12879" y="2432304"/>
            <a:ext cx="2051944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0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112879" y="3017520"/>
            <a:ext cx="2051944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Unique docs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Evidence Pack  •  2026-04-06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07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Findings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3470585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2103" y="1975104"/>
            <a:ext cx="3360857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Type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302689" y="1920240"/>
            <a:ext cx="3461532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57553" y="1975104"/>
            <a:ext cx="3351804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Finding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819085" y="1920240"/>
            <a:ext cx="3565194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73949" y="1975104"/>
            <a:ext cx="3455466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Evidence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77240" y="2450592"/>
            <a:ext cx="3470585" cy="36210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3" y="2505456"/>
            <a:ext cx="3360857" cy="35112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risk</a:t>
            </a:r>
            <a:endParaRPr sz="1100" b="0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302689" y="2450592"/>
            <a:ext cx="3461532" cy="36210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57553" y="2505456"/>
            <a:ext cx="3351804" cy="35112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Missing annual control evidence</a:t>
            </a:r>
            <a:endParaRPr sz="11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819085" y="2450592"/>
            <a:ext cx="3565194" cy="36210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73949" y="2505456"/>
            <a:ext cx="3455466" cy="35112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Doc A / page 4</a:t>
            </a:r>
            <a:endParaRPr sz="1100" b="0" i="0">
              <a:latin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Evidence Pack  •  2026-04-06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07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status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3886200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2103" y="1975104"/>
            <a:ext cx="3776472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Action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718303" y="1920240"/>
            <a:ext cx="3305556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73167" y="1975104"/>
            <a:ext cx="3195828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Owner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078723" y="1920240"/>
            <a:ext cx="3305556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3588" y="1975104"/>
            <a:ext cx="3195828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Status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77240" y="2450592"/>
            <a:ext cx="3886200" cy="183203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3" y="2505456"/>
            <a:ext cx="3776472" cy="17223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Definir owner do controle anual</a:t>
            </a:r>
            <a:endParaRPr sz="1100" b="0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718303" y="2450592"/>
            <a:ext cx="3305556" cy="183203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73167" y="2505456"/>
            <a:ext cx="3195828" cy="17223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Compliance</a:t>
            </a:r>
            <a:endParaRPr sz="11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078723" y="2450592"/>
            <a:ext cx="3305556" cy="183203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3588" y="2505456"/>
            <a:ext cx="3195828" cy="17223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Open</a:t>
            </a:r>
            <a:endParaRPr sz="11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7240" y="4346638"/>
            <a:ext cx="3886200" cy="1724977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3" y="4401502"/>
            <a:ext cx="3776472" cy="16152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Validar sign-off jurídico</a:t>
            </a:r>
            <a:endParaRPr sz="11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718303" y="4346638"/>
            <a:ext cx="3305556" cy="1724977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73167" y="4401502"/>
            <a:ext cx="3195828" cy="16152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Legal</a:t>
            </a:r>
            <a:endParaRPr sz="11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078723" y="4346638"/>
            <a:ext cx="3305556" cy="1724977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3588" y="4401502"/>
            <a:ext cx="3195828" cy="16152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In_Progress</a:t>
            </a:r>
            <a:endParaRPr sz="1100" b="0" i="0"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Evidence Pack  •  2026-04-06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07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Risks vs mitigations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4945317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67712"/>
            <a:ext cx="4469829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Risks / watchouts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06624"/>
            <a:ext cx="4469829" cy="125494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Missing annual control evidence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4983" y="4016431"/>
            <a:ext cx="4469829" cy="10310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Uma evidência ainda depende de validação manual</a:t>
            </a:r>
            <a:endParaRPr sz="11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015165" y="2029968"/>
            <a:ext cx="5369114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15165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52909" y="2267712"/>
            <a:ext cx="4893626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Mitigations / actions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252909" y="2706624"/>
            <a:ext cx="4893626" cy="134383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Assign an owner, validate evidence and confirm human sign-off before externalizing the pack.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252909" y="4105319"/>
            <a:ext cx="4893626" cy="942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Assign an owner to the missing migration task</a:t>
            </a:r>
            <a:endParaRPr sz="1100" b="0" i="0"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Evidence Pack  •  2026-04-06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07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Next steps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2880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• Assign an owner to the missing migration task</a:t>
            </a:r>
            <a:endParaRPr sz="14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• Validate source snippets before external handoff</a:t>
            </a:r>
            <a:endParaRPr sz="14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• Keep human review active until evidence closure</a:t>
            </a:r>
            <a:endParaRPr sz="14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6951" y="1216152"/>
            <a:ext cx="3511296" cy="1700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Assign an owner to the missing migration task</a:t>
            </a:r>
            <a:endParaRPr sz="14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16951" y="3007960"/>
            <a:ext cx="3511296" cy="22224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4263F"/>
                </a:solidFill>
                <a:latin typeface="Arial"/>
              </a:rPr>
              <a:t>• Validate source snippets before external handoff</a:t>
            </a:r>
            <a:endParaRPr sz="1400" b="0" i="0"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4263F"/>
                </a:solidFill>
                <a:latin typeface="Arial"/>
              </a:rPr>
              <a:t>• Keep human review active until evidence closure</a:t>
            </a:r>
            <a:endParaRPr sz="14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Evidence Pack  •  2026-04-06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07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