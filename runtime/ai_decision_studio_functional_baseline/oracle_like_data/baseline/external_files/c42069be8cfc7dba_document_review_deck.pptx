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 evidence log: 2 risk(s), 1 gap(s) and 2 mitigation action(s) identified. Top risk: Missing evidence blocks control closure Main evidence gap: No explicit due date is provided for archiving EV-002 or verifying provenance.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In-progress items may delay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No explicit due date is provided for archiving EV-002 or verifying provenan…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8586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5784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08824" y="1920240"/>
            <a:ext cx="29621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72832" y="1984248"/>
            <a:ext cx="28341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16730" y="1920240"/>
            <a:ext cx="285600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0738" y="1984248"/>
            <a:ext cx="27279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218455" y="1920240"/>
            <a:ext cx="216582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2463" y="1984248"/>
            <a:ext cx="20378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4858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578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08824" y="2450592"/>
            <a:ext cx="29621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2832" y="2514600"/>
            <a:ext cx="28341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16730" y="2450592"/>
            <a:ext cx="285600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0738" y="2514600"/>
            <a:ext cx="272798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18455" y="2450592"/>
            <a:ext cx="21658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2463" y="2514600"/>
            <a:ext cx="20378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4858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3578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08824" y="3114080"/>
            <a:ext cx="29621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2832" y="3178088"/>
            <a:ext cx="28341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items may delay closure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16730" y="3114080"/>
            <a:ext cx="285600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0738" y="3178088"/>
            <a:ext cx="272798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EV-002 is satisfied by the attached email-export ar…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218455" y="3114080"/>
            <a:ext cx="21658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2463" y="3178088"/>
            <a:ext cx="20378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4858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3578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08824" y="3777569"/>
            <a:ext cx="29621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72832" y="3841577"/>
            <a:ext cx="28341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due date is provided for archivin…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16730" y="3777569"/>
            <a:ext cx="285600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0738" y="3841577"/>
            <a:ext cx="272798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218455" y="3777569"/>
            <a:ext cx="21658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2463" y="3841577"/>
            <a:ext cx="20378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2581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1300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81074" y="1920240"/>
            <a:ext cx="248938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45082" y="1984248"/>
            <a:ext cx="236137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16180" y="1920240"/>
            <a:ext cx="236118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80188" y="1984248"/>
            <a:ext cx="223317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23090" y="1920240"/>
            <a:ext cx="236118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7098" y="1984248"/>
            <a:ext cx="223317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2581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1300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81074" y="2450592"/>
            <a:ext cx="24893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5082" y="2514600"/>
            <a:ext cx="23613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16180" y="2450592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0188" y="2514600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23090" y="2450592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7098" y="2514600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2581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1300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81074" y="3114080"/>
            <a:ext cx="24893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5082" y="3178088"/>
            <a:ext cx="23613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616180" y="3114080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0188" y="3178088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23090" y="3114080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7098" y="3178088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14236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6687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66872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666872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2208" y="2029968"/>
            <a:ext cx="5172071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2208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9952" y="2267712"/>
            <a:ext cx="469658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9952" y="2706624"/>
            <a:ext cx="4696583" cy="133543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No explicit due date is provided for archiving ev-002 or verifying provenance.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9952" y="4096922"/>
            <a:ext cx="4696583" cy="9505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Open-ended questions may require additional human reading when the docu…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