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1 gap(s) and 2 mitigation action(s) identified. Top risk: Missing evidence blocks control closure Main evidence gap: 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delay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due date is provided for archiving EV-002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2818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0016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51143" y="1920240"/>
            <a:ext cx="30314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5151" y="1984248"/>
            <a:ext cx="29034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28298" y="1920240"/>
            <a:ext cx="270211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306" y="1984248"/>
            <a:ext cx="257410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76136" y="1920240"/>
            <a:ext cx="220814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40144" y="1984248"/>
            <a:ext cx="208012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2818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0016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51143" y="2450592"/>
            <a:ext cx="30314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5151" y="2514600"/>
            <a:ext cx="29034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28298" y="2450592"/>
            <a:ext cx="27021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306" y="2514600"/>
            <a:ext cx="25741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76136" y="2450592"/>
            <a:ext cx="220814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0144" y="2514600"/>
            <a:ext cx="208012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2818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0016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51143" y="3114080"/>
            <a:ext cx="30314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5151" y="3178088"/>
            <a:ext cx="29034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delay closure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28298" y="3114080"/>
            <a:ext cx="27021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306" y="3178088"/>
            <a:ext cx="25741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76136" y="3114080"/>
            <a:ext cx="220814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0144" y="3178088"/>
            <a:ext cx="208012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52818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40016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51143" y="3777569"/>
            <a:ext cx="30314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5151" y="3841577"/>
            <a:ext cx="29034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archivin…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28298" y="3777569"/>
            <a:ext cx="27021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306" y="3841577"/>
            <a:ext cx="25741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76136" y="3777569"/>
            <a:ext cx="220814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0144" y="3841577"/>
            <a:ext cx="208012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581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300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81074" y="1920240"/>
            <a:ext cx="24893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5082" y="1984248"/>
            <a:ext cx="23613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1618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018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2309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709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81074" y="2450592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082" y="2514600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1618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18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2309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709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81074" y="3114080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5082" y="3178088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1618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018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2309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709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191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436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43612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43612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88948" y="2029968"/>
            <a:ext cx="509533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8948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6692" y="2267712"/>
            <a:ext cx="461984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26692" y="2706624"/>
            <a:ext cx="4619843" cy="13082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26692" y="4069733"/>
            <a:ext cx="4619843" cy="97775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