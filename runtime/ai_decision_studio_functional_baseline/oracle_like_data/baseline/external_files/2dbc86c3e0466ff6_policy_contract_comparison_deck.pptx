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66665"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1. Executive Comparison:  
The Access Review Evidence Log highlights gaps in documentation that must be resolved to close a control review, emphasizing verification of missing or incomplete evidence. In contrast, the Privileged Account Approval Email governs ongoing access permissions through formal approvals, strict usage scoping, and mandatory quarterly recertification and vendor confirmation to maintain compliance.
- Access Review Evidence Log requires resolution of missing evidence to close a control; Privileged Account Approval mandates ongoing vendor confirmation and quarterly reviews to sustain access.  
- Evidence Log focuses on documentation gaps; Privileged Account Approval emphasizes access governance through scoping, logging, and recertification.  
- Control closure in the Evidence Log depends on evidence completeness; Privileged Access requires proactive renewal and oversight to remain compliant.  
- Evidence Log involves five items with mixed statuses; Privileged Access applies to two named administrators under a pilot framework.  
- Evidence Log is retrospective (verifying past gaps); Privileged Access is prospective (governing future access conditions).  
- Evidence Log is tied to a specific control review; Privileged Access is part of a broader vendor access management process.</a:t>
            </a:r>
            <a:endParaRPr sz="1100" b="0" i="0">
              <a:latin typeface="Arial"/>
            </a:endParaRPr>
          </a:p>
        </p:txBody>
      </p:sp>
      <p:sp>
        <p:nvSpPr>
          <p:cNvPr id="4" name="Rounded Rectangle 3"/>
          <p:cNvSpPr/>
          <p:nvPr/>
        </p:nvSpPr>
        <p:spPr>
          <a:xfrm>
            <a:off x="7536513" y="1865376"/>
            <a:ext cx="3847766"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36513" y="1865376"/>
            <a:ext cx="3847766"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55969" y="2084832"/>
            <a:ext cx="3408854" cy="256032"/>
          </a:xfrm>
          <a:prstGeom prst="rect">
            <a:avLst/>
          </a:prstGeom>
          <a:noFill/>
        </p:spPr>
        <p:txBody>
          <a:bodyPr wrap="square" anchor="t" lIns="0" rIns="0" tIns="0" bIns="0">
            <a:spAutoFit/>
          </a:bodyPr>
          <a:lstStyle/>
          <a:p/>
        </p:txBody>
      </p:sp>
      <p:sp>
        <p:nvSpPr>
          <p:cNvPr id="7" name="TextBox 6"/>
          <p:cNvSpPr txBox="1"/>
          <p:nvPr/>
        </p:nvSpPr>
        <p:spPr>
          <a:xfrm>
            <a:off x="7755969" y="2414016"/>
            <a:ext cx="3408854"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1. Executive Comparison:</a:t>
            </a:r>
            <a:endParaRPr sz="1000" b="0" i="0">
              <a:latin typeface="Arial"/>
            </a:endParaRPr>
          </a:p>
          <a:p>
            <a:pPr algn="l">
              <a:lnSpc>
                <a:spcPct val="100000"/>
              </a:lnSpc>
              <a:spcAft>
                <a:spcPts val="300"/>
              </a:spcAft>
            </a:pPr>
            <a:r>
              <a:rPr sz="900" b="0" i="0">
                <a:solidFill>
                  <a:srgbClr val="203247"/>
                </a:solidFill>
                <a:latin typeface="Arial"/>
              </a:rPr>
              <a:t>• The Access Review Evidence Log highlights gaps in documentation that must b…</a:t>
            </a:r>
            <a:endParaRPr sz="1000" b="0" i="0">
              <a:latin typeface="Arial"/>
            </a:endParaRPr>
          </a:p>
          <a:p>
            <a:pPr algn="l">
              <a:lnSpc>
                <a:spcPct val="100000"/>
              </a:lnSpc>
              <a:spcAft>
                <a:spcPts val="300"/>
              </a:spcAft>
            </a:pPr>
            <a:r>
              <a:rPr sz="900" b="0" i="0">
                <a:solidFill>
                  <a:srgbClr val="203247"/>
                </a:solidFill>
                <a:latin typeface="Arial"/>
              </a:rPr>
              <a:t>• Access Review Evidence Log requires resolution of missing evidence to close…</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Control closure hinges on verifying provenance of missing or incomplete evidence. | Status updates directly affect the…</a:t>
            </a:r>
            <a:endParaRPr sz="8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must be strictly limited to ticketed support and break-fix tasks to maintain compliance. | Quarterly recertifica…</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cross_document_observation</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1. Executive Comparison:</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supports the Q1 2024 Northwind…</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highlights gaps in…</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supports the Q1 2024 Northwind…</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requires resolution of missing…</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supports the Q1 2024 Northwind…</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focuses on documentation gaps; Privileged Account…</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supports the Q1 2024 Northwind…</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identity_control_delta</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Control closure in the Evidence Log depends on…</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supports the Q1 2024 Northwind…</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identity_control_delta</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involves five items with mixed statuses;…</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supports the Q1 2024 Northwind…</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