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Grounded in the current Action Plan run and cited document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Concise executive framing for the grounded action plan and execution posture.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Priority actions grouped from the current grounded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Use the paired action-detail slide for full task wording and source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[EVIDENCE] Source: Privileged Account Approval Email.pdf | Evidence: Please archive this approval with the Q1 access-review evidence pack
[A02] Source: Privileged Account Approval Email.pdf | Evidence: If either named administrator changes, this approval must be revalidated before access is retained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[EV-002] Source: Privileged Account Approval Email.pdf | Evidence: EV-002 is satisfied by the attached email-export artifact once archived in the approved repository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sequence derived from the current action plan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blockers and concrete mitigation actions from the current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OPERATIONAL ACTION PLAN GROUNDED IN CURRENT ACTION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Action Plan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Operational action plan grounded in current action backlog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09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12229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3 open action(s) remain in the current plan and now require explicit owner follow-through, evidence closure and sequencing into the next operating review.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09509" y="1865376"/>
            <a:ext cx="3874770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09509" y="1865376"/>
            <a:ext cx="387477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47253" y="2103120"/>
            <a:ext cx="339928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47253" y="2432303"/>
            <a:ext cx="3399282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3 total actions are tracked in the current plan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There are open actions without a defined owner.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3 action(s) include owner, due date or status context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09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Total actions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Open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Overdue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Approval required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09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Priority workstreams</a:t>
            </a:r>
            <a:endParaRPr sz="2800" b="1" i="0"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77240" y="2331720"/>
            <a:ext cx="3363850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336385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2551176"/>
            <a:ext cx="292493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1</a:t>
            </a:r>
            <a:endParaRPr sz="15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5" y="2971800"/>
            <a:ext cx="2924938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Archive approval with Q1 access-review evidence pack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4608576"/>
            <a:ext cx="292493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Priya Nair • - • Open</a:t>
            </a:r>
            <a:endParaRPr sz="10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61130" y="2331720"/>
            <a:ext cx="3225415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61130" y="2331720"/>
            <a:ext cx="3225415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0586" y="2551176"/>
            <a:ext cx="2786503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2</a:t>
            </a:r>
            <a:endParaRPr sz="15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80586" y="2971800"/>
            <a:ext cx="2786503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Revalidate approval if named administrator changes</a:t>
            </a:r>
            <a:endParaRPr sz="14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80586" y="4608576"/>
            <a:ext cx="278650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Priya Nair • - • Open</a:t>
            </a:r>
            <a:endParaRPr sz="10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06585" y="2331720"/>
            <a:ext cx="3377694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6585" y="2331720"/>
            <a:ext cx="3377694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6041" y="2551176"/>
            <a:ext cx="2938782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Evidence posture</a:t>
            </a:r>
            <a:endParaRPr sz="1500" b="1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6041" y="2971800"/>
            <a:ext cx="2938782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There are open actions without a defined owner.</a:t>
            </a:r>
            <a:endParaRPr sz="14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6041" y="4608576"/>
            <a:ext cx="293878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Grounded review signal</a:t>
            </a:r>
            <a:endParaRPr sz="1000" b="0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09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backlog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82378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69577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Ref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46746" y="1920240"/>
            <a:ext cx="263860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10754" y="1984248"/>
            <a:ext cx="25105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31066" y="1920240"/>
            <a:ext cx="250374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5074" y="1984248"/>
            <a:ext cx="237573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880533" y="1920240"/>
            <a:ext cx="250374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44541" y="1984248"/>
            <a:ext cx="237573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82378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69577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EVIDENCE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46746" y="2450592"/>
            <a:ext cx="26386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0754" y="2514600"/>
            <a:ext cx="25105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Priya Nair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31066" y="2450592"/>
            <a:ext cx="250374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5074" y="2514600"/>
            <a:ext cx="237573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880533" y="2450592"/>
            <a:ext cx="250374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44541" y="2514600"/>
            <a:ext cx="237573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82378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69577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A02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646746" y="3114080"/>
            <a:ext cx="26386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10754" y="3178088"/>
            <a:ext cx="25105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Priya Nair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31066" y="3114080"/>
            <a:ext cx="250374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5074" y="3178088"/>
            <a:ext cx="237573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880533" y="3114080"/>
            <a:ext cx="250374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44541" y="3178088"/>
            <a:ext cx="237573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282378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269577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EV-002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646746" y="3777569"/>
            <a:ext cx="26386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10754" y="3841577"/>
            <a:ext cx="25105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331066" y="3777569"/>
            <a:ext cx="250374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95074" y="3841577"/>
            <a:ext cx="237573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880533" y="3777569"/>
            <a:ext cx="250374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44541" y="3841577"/>
            <a:ext cx="237573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09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details appendix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1139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400" b="0" i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598952"/>
            <a:ext cx="6263640" cy="17960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with Q1 access-review evidence pack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 changes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A02 — Revalidate approval if named administrator changes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09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details appendix (2)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10607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500" b="0" i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557015"/>
            <a:ext cx="6263640" cy="1655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EV-002 — Archive EV-002 email-export artifact in approved reposi…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Owner: - • Due: - • Status: Open • Source: Privileged Account Approval Email</a:t>
            </a:r>
            <a:endParaRPr sz="1400" b="0" i="0"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21309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6951" y="3438559"/>
            <a:ext cx="3511296" cy="1791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Owner: - • Due: - • Status: Open • Source: Privileged Account Approval Email</a:t>
            </a:r>
            <a:endParaRPr sz="1400" b="0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09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31520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Execution timeline</a:t>
            </a:r>
            <a:endParaRPr sz="2800" b="1" i="0">
              <a:latin typeface="Arial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2480056" y="2084831"/>
            <a:ext cx="7201407" cy="0"/>
          </a:xfrm>
          <a:prstGeom prst="line">
            <a:avLst/>
          </a:prstGeom>
          <a:ln w="1778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2370328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40563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P1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3405633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340563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532888"/>
            <a:ext cx="300329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1</a:t>
            </a:r>
            <a:endParaRPr sz="1400" b="1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8408" y="2916936"/>
            <a:ext cx="3003297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EVIDENCE · Archive approval with Q1 access-review evidence pack</a:t>
            </a:r>
            <a:endParaRPr sz="1100" b="0" i="0">
              <a:latin typeface="Arial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971032" y="1975103"/>
            <a:ext cx="219456" cy="219456"/>
          </a:xfrm>
          <a:prstGeom prst="ellipse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2329" y="1783080"/>
            <a:ext cx="3356861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P2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02329" y="2331720"/>
            <a:ext cx="3356861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2329" y="2331720"/>
            <a:ext cx="3356861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3497" y="2532888"/>
            <a:ext cx="295452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2</a:t>
            </a:r>
            <a:endParaRPr sz="1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03497" y="2916936"/>
            <a:ext cx="2954525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A02 · Revalidate approval if named administrator changes</a:t>
            </a:r>
            <a:endParaRPr sz="1100" b="0" i="0">
              <a:latin typeface="Arial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9571735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8646" y="1783080"/>
            <a:ext cx="340563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P3</a:t>
            </a:r>
            <a:endParaRPr sz="1000" b="1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978646" y="2331720"/>
            <a:ext cx="3405633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8646" y="2331720"/>
            <a:ext cx="340563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9814" y="2532888"/>
            <a:ext cx="300329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3</a:t>
            </a:r>
            <a:endParaRPr sz="1400" b="1" i="0"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79814" y="2916936"/>
            <a:ext cx="3003297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EV-002 · Archive EV-002 email-export artifact in approved reposi…</a:t>
            </a:r>
            <a:endParaRPr sz="1100" b="0" i="0"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08 / 09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Blockers vs mitigations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498517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50969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Blockers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509690" cy="1244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There are open actions without a defined owner.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05872"/>
            <a:ext cx="4509690" cy="1041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with Q1 access-review evidence pack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 changes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55026" y="2029968"/>
            <a:ext cx="532925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55026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2770" y="2267712"/>
            <a:ext cx="485376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Mitigations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92770" y="2706624"/>
            <a:ext cx="4853765" cy="131417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Execute the named actions in order, close cited evidence gaps and confirm approval dependencies before closure.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92770" y="4075661"/>
            <a:ext cx="4853765" cy="97182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with Q1 access-review evidence pack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 changes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09 / 09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