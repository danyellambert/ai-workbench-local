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Benchmark &amp; Eval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Resumo executivo da rodada atual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7076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13761" y="1920240"/>
            <a:ext cx="4016238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8041" y="1865376"/>
            <a:ext cx="4016238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8041" y="1865376"/>
            <a:ext cx="4016238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5785" y="2103120"/>
            <a:ext cx="354075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5785" y="2432303"/>
            <a:ext cx="3540750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Top benchmark candidate atual: nemotron-3-super:cloud.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Benchmark success rate agregado em 100%.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Use-case fit médio de benchmark em 99.7%.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Benchmark and eval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45855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Benchmark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Top model: nemotron-3-super:cloud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9255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3535" y="2212848"/>
            <a:ext cx="2458551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Benchmark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Avg latency: 3.99s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5551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9831" y="2212848"/>
            <a:ext cx="245855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Eval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Top suite: langgraph_workflow_eval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1847" y="2267712"/>
            <a:ext cx="2518152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6127" y="2212848"/>
            <a:ext cx="2518152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57.1%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Eval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Avg score: 74.6%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Model leaderboard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281769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81769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68968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86377" y="1975104"/>
            <a:ext cx="249765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40657" y="1920240"/>
            <a:ext cx="249765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4665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9754" y="1975104"/>
            <a:ext cx="265686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4034" y="1920240"/>
            <a:ext cx="265686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042" y="1984248"/>
            <a:ext cx="25288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Latency 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2342" y="1975104"/>
            <a:ext cx="249765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86622" y="1920240"/>
            <a:ext cx="249765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0630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281769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81769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nemotron-3-super:cloud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6377" y="2505456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40657" y="2450592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4665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9754" y="2505456"/>
            <a:ext cx="26568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4034" y="2450592"/>
            <a:ext cx="265686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042" y="2514600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1.57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2342" y="2505456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86622" y="2450592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0630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168944"/>
            <a:ext cx="281769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14080"/>
            <a:ext cx="281769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178088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nemotron-3-nano:30b-cloud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86377" y="3168944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40657" y="3114080"/>
            <a:ext cx="249765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4665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9754" y="3168944"/>
            <a:ext cx="26568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84034" y="3114080"/>
            <a:ext cx="265686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8042" y="3178088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1.85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32342" y="3168944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86622" y="3114080"/>
            <a:ext cx="249765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50630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832433"/>
            <a:ext cx="281769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777569"/>
            <a:ext cx="281769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3841577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qwen3.5:397b-cloud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86377" y="3832433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40657" y="3777569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4665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9754" y="3832433"/>
            <a:ext cx="26568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4034" y="3777569"/>
            <a:ext cx="265686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8042" y="3841577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7.30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32342" y="3832433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86622" y="3777569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0630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4495921"/>
            <a:ext cx="281769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441057"/>
            <a:ext cx="281769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4505065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deepseek-v3.1:671b-cloud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86377" y="4495921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640657" y="4441057"/>
            <a:ext cx="249765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04665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29754" y="4495921"/>
            <a:ext cx="26568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84034" y="4441057"/>
            <a:ext cx="265686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8042" y="4505065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14.71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32342" y="4495921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886622" y="4441057"/>
            <a:ext cx="2497657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0630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5159410"/>
            <a:ext cx="281769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104546"/>
            <a:ext cx="281769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5168554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minimax-m2.7:cloud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86377" y="5159410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640657" y="5104546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04665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0.983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29754" y="5159410"/>
            <a:ext cx="26568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84034" y="5104546"/>
            <a:ext cx="265686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8042" y="5168554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13.32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32342" y="5159410"/>
            <a:ext cx="24976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86622" y="5104546"/>
            <a:ext cx="24976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50630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98.3%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Eval suite leaderboard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2743675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743675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6156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2355" y="1975104"/>
            <a:ext cx="2575401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635" y="1920240"/>
            <a:ext cx="2575401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643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Pass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476" y="1975104"/>
            <a:ext cx="2575401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7756" y="1920240"/>
            <a:ext cx="2575401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1764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Avg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4598" y="1975104"/>
            <a:ext cx="2575401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08878" y="1920240"/>
            <a:ext cx="2575401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2886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Latency (s)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2743675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743675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langgraph_workflow_eval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2355" y="2505456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6635" y="2450592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643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476" y="2505456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7756" y="2450592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1764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4598" y="2505456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08878" y="2450592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2886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168944"/>
            <a:ext cx="2743675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14080"/>
            <a:ext cx="2743675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178088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document_agent_routing_eval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2355" y="3168944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66635" y="3114080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643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476" y="3168944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87756" y="3114080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1764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4598" y="3168944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08878" y="3114080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72886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832433"/>
            <a:ext cx="2743675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777569"/>
            <a:ext cx="2743675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3841577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structured_smoke_eval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12355" y="3832433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66635" y="3777569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0643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476" y="3832433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7756" y="3777569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1764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77.8%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54598" y="3832433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08878" y="3777569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2886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32.81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4495921"/>
            <a:ext cx="2743675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441057"/>
            <a:ext cx="2743675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4505065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structured_real_document_eval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12355" y="4495921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566635" y="4441057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30643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53.1%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33476" y="4495921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87756" y="4441057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1764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59.7%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54598" y="4495921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808878" y="4441057"/>
            <a:ext cx="2575401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72886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89.73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5159410"/>
            <a:ext cx="2743675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104546"/>
            <a:ext cx="2743675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5168554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evidence_cv_gold_eval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12355" y="5159410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66635" y="5104546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30643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35%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33476" y="5159410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87756" y="5104546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1764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70.7%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54598" y="5159410"/>
            <a:ext cx="2575401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08878" y="5104546"/>
            <a:ext cx="2575401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72886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496208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496208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50207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5020720" cy="13375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Promover nemotron-3-super:cloud como candidato principal da próxima rodada controlada, mantendo o quality gate apoiado no PASS rate atual de 57.1%.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4126517"/>
            <a:ext cx="5020720" cy="9392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Promover nemotron-3-super:cloud para uma rodada shadow/controlada como…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Revisar suites em FAIL/WARN e transformar os achados em gates repetívei…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1776" y="2103120"/>
            <a:ext cx="4818223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6056" y="2048256"/>
            <a:ext cx="4818223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6056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800" y="2286000"/>
            <a:ext cx="4342735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800" y="2734056"/>
            <a:ext cx="4342735" cy="12360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Ainda existem runs em FAIL (27.4%).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800" y="4024973"/>
            <a:ext cx="4342735" cy="1040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Fail rate: 27.4%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Avg eval latency: 64.78s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Promover nemotron-3-super:cloud para uma rodada shadow/controlada como candidat…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suites em FAIL/WARN e transformar os achados em gates repetíveis.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Reduzir backlog de needs_review antes de ampliar o escopo da rodada seguinte.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Serializar este contrato e chamar o `ppt_creator_app` por API HTTP no próximo s…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1354B"/>
                </a:solidFill>
                <a:latin typeface="Aptos"/>
              </a:rPr>
              <a:t>Promover nemotron-3-super:cloud para uma rodada shadow/controlada como candidat…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Revisar suites em FAIL/WARN e transformar os achados em gates repetíveis.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Reduzir backlog de needs_review antes de ampliar o escopo da rodada seguinte.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Serializar este contrato e chamar o `ppt_creator_app` por API HTTP no próximo 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