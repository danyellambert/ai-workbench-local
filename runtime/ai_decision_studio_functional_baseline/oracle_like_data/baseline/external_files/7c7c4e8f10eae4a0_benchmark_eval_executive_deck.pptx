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benchmark_eval_executive_deck. Sources: phase7_model_comparison_log, phase8_eval_store.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agregados de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Métricas executivas consolidadas para leitura rápida.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Leaderboard agregado de modelos para o slice benchmark/eval.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Suites de eval ordenadas por qualidade agregada.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Comparação entre decisão recomendada e pontos de atenção operacionais.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Próximos passos sugeridos para o próximo slice da integração.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RESUMO EXECUTIVO DA RODADA ATUAL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Benchmark &amp; Eval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Resumo executivo da rodada atual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126166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17 candidatos foram consolidados no benchmark, com success rate médio de 100% e liderança atual de nemotron-3-super:cloud. A camada de eval registrou 168 runs, com PASS rate de 57.1% e needs review de 1.8%.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41734" y="1920240"/>
            <a:ext cx="4188265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96014" y="1865376"/>
            <a:ext cx="4188265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96014" y="1865376"/>
            <a:ext cx="4188265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33758" y="2103120"/>
            <a:ext cx="371277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33758" y="2432303"/>
            <a:ext cx="3712777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Top benchmark candidate atual: nemotron-3-super:cloud.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Benchmark success rate agregado em 100%.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Use-case fit médio de benchmark em 99.7%.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Benchmark and eval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458551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458551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45855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Benchmark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Top model: nemotron-3-super:cloud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9255" y="2267712"/>
            <a:ext cx="2458551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3535" y="2212848"/>
            <a:ext cx="2458551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3535" y="2212848"/>
            <a:ext cx="2458551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2991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2991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Benchmark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2991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Avg latency: 3.99s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5551" y="2267712"/>
            <a:ext cx="2458551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9831" y="2212848"/>
            <a:ext cx="2458551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9831" y="2212848"/>
            <a:ext cx="2458551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9287" y="2432304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9287" y="3017520"/>
            <a:ext cx="2019639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Eval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9287" y="3602736"/>
            <a:ext cx="2019639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Top suite: langgraph_workflow_eval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1847" y="2267712"/>
            <a:ext cx="2518152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6127" y="2212848"/>
            <a:ext cx="2518152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6127" y="2212848"/>
            <a:ext cx="2518152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85583" y="2432304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57.1%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5583" y="3017520"/>
            <a:ext cx="20792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Eval PASS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5583" y="3602736"/>
            <a:ext cx="2079240" cy="1060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Avg score: 74.6%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Model leaderboard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Signal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40" y="1975104"/>
            <a:ext cx="62179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920240"/>
            <a:ext cx="62179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1984248"/>
            <a:ext cx="60899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Latency (s)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1268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0968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nemotron-3-super:cloud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05456"/>
            <a:ext cx="62179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03320" y="2450592"/>
            <a:ext cx="62179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67328" y="2514600"/>
            <a:ext cx="60899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1.57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268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6696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0968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263F"/>
                </a:solidFill>
                <a:latin typeface="Aptos"/>
              </a:rPr>
              <a:t>nemotron-3-nano:30b-cloud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4028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1.000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49040" y="3215761"/>
            <a:ext cx="62179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703320" y="3160897"/>
            <a:ext cx="62179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67328" y="3224905"/>
            <a:ext cx="60899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1.85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01268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6696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30968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926067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871203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3935211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qwen3.5:397b-cloud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3926067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40280" y="3871203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3935211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49040" y="3926067"/>
            <a:ext cx="62179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703320" y="3871203"/>
            <a:ext cx="62179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67328" y="3935211"/>
            <a:ext cx="60899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7.30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12680" y="3926067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966960" y="3871203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30968" y="3935211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4636373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581509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4645517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deepseek-v3.1:671b-cloud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0" y="4636373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240280" y="4581509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04288" y="4645517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49040" y="4636373"/>
            <a:ext cx="62179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703320" y="4581509"/>
            <a:ext cx="62179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67328" y="4645517"/>
            <a:ext cx="60899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14.71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012680" y="4636373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966960" y="4581509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30968" y="4645517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" y="5346679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291815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7" y="5355823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minimax-m2.7:cloud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0" y="5346679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240280" y="5291815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04288" y="5355823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0.983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749040" y="5346679"/>
            <a:ext cx="62179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703320" y="5291815"/>
            <a:ext cx="62179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767328" y="5355823"/>
            <a:ext cx="60899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13.32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012680" y="5346679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966960" y="5291815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030968" y="5355823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98.3%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Eval suite leaderboard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1417320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1417320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128930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Suite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975104"/>
            <a:ext cx="3017519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40280" y="1920240"/>
            <a:ext cx="3017519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04288" y="1984248"/>
            <a:ext cx="28895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Pass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39" y="1975104"/>
            <a:ext cx="3017519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03519" y="1920240"/>
            <a:ext cx="3017519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67527" y="1984248"/>
            <a:ext cx="28895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Avg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975104"/>
            <a:ext cx="3017519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66759" y="1920240"/>
            <a:ext cx="3017519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984248"/>
            <a:ext cx="28895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Latency (s)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langgraph_workflow_eval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2505456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40280" y="2450592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04288" y="2514600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39" y="2505456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03519" y="2450592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7" y="2514600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2505456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66759" y="2450592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7" y="2514600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215761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" y="3160897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3224905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263F"/>
                </a:solidFill>
                <a:latin typeface="Aptos"/>
              </a:rPr>
              <a:t>document_agent_routing_eval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3215761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40280" y="3160897"/>
            <a:ext cx="3017519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04288" y="3224905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9239" y="3215761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303519" y="3160897"/>
            <a:ext cx="3017519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7" y="3224905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100%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0" y="3215761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59" y="3160897"/>
            <a:ext cx="3017519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3224905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926067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77240" y="3871203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3935211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structured_smoke_eval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286000" y="3926067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40280" y="3871203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04288" y="3935211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49239" y="3926067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03519" y="3871203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67527" y="3935211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77.8%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12480" y="3926067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66759" y="3871203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30767" y="3935211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32.81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4636373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77240" y="4581509"/>
            <a:ext cx="1417320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7" y="4645517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0263F"/>
                </a:solidFill>
                <a:latin typeface="Aptos"/>
              </a:rPr>
              <a:t>structured_real_document_eval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286000" y="4636373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240280" y="4581509"/>
            <a:ext cx="3017519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04288" y="4645517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53.1%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49239" y="4636373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303519" y="4581509"/>
            <a:ext cx="3017519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67527" y="4645517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59.7%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12480" y="4636373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66759" y="4581509"/>
            <a:ext cx="3017519" cy="655441"/>
          </a:xfrm>
          <a:prstGeom prst="roundRect">
            <a:avLst/>
          </a:prstGeom>
          <a:solidFill>
            <a:srgbClr val="EEF3F7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30767" y="4645517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89.73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2960" y="5346679"/>
            <a:ext cx="1417320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77240" y="5291815"/>
            <a:ext cx="1417320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7" y="5355823"/>
            <a:ext cx="1289304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evidence_cv_gold_eval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286000" y="5346679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240280" y="5291815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04288" y="5355823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35%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49239" y="5346679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303519" y="5291815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367527" y="5355823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70.7%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412480" y="5346679"/>
            <a:ext cx="3017519" cy="655441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366759" y="5291815"/>
            <a:ext cx="3017519" cy="655441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430767" y="5355823"/>
            <a:ext cx="2889503" cy="527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0.00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600905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5600905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401568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267712"/>
            <a:ext cx="5161993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715768"/>
            <a:ext cx="5161993" cy="14416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Promover nemotron-3-super:cloud como candidato principal da próxima rodada controlada, mantendo o quality gate apoiado no PASS rate atual de 57.1%.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5" y="4212262"/>
            <a:ext cx="5161993" cy="10181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Promover nemotron-3-super:cloud para uma rodada shadow/controlada como…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Revisar suites em FAIL/WARN e transformar os achados em gates repetívei…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9897" y="2103120"/>
            <a:ext cx="4750102" cy="340156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34177" y="2048256"/>
            <a:ext cx="4750102" cy="340156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34177" y="2048256"/>
            <a:ext cx="73152" cy="3401568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3633" y="2267712"/>
            <a:ext cx="4311190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3633" y="2715768"/>
            <a:ext cx="4311190" cy="13221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Ainda existem runs em FAIL (27.4%).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3633" y="4092746"/>
            <a:ext cx="4311190" cy="11376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Fail rate: 27.4%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Avg eval latency: 64.78s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Promover nemotron-3-super:cloud para uma rodada shadow/controlada como candidat…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Revisar suites em FAIL/WARN e transformar os achados em gates repetíveis.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Reduzir backlog de needs_review antes de ampliar o escopo da rodada seguinte.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Serializar este contrato e chamar o `ppt_creator_app` por API HTTP no próximo s…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1354B"/>
                </a:solidFill>
                <a:latin typeface="Aptos"/>
              </a:rPr>
              <a:t>Promover nemotron-3-super:cloud para uma rodada shadow/controlada como candidat…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0263F"/>
                </a:solidFill>
                <a:latin typeface="Aptos"/>
              </a:rPr>
              <a:t>• Revisar suites em FAIL/WARN e transformar os achados em gates repetíveis.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0263F"/>
                </a:solidFill>
                <a:latin typeface="Aptos"/>
              </a:rPr>
              <a:t>• Reduzir backlog de needs_review antes de ampliar o escopo da rodada seguinte.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0263F"/>
                </a:solidFill>
                <a:latin typeface="Aptos"/>
              </a:rPr>
              <a:t>• Serializar este contrato e chamar o `ppt_creator_app` por API HTTP no próximo 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Benchmark &amp; Eval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