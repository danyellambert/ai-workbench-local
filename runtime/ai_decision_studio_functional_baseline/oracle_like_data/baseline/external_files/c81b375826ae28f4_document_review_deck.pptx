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document_review_deck. Deck family: review. Sources: structured_result, document_agent.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Findings grounded in the structured/document-agent payload.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Decision framing for the grounded document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REVIEW OF THE LATEST GROUNDED DOCUMENT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Document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review of the latest grounded document 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47488" cy="1938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Governance Committee Minutes Review of Northwind Contract: 3 risk(s), 0 gap(s) and 5 mitigation action(s) identified. Top risk: Potential delay in contract approval due to insufficient liability, transfer mechanism, and incident-notification language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17336" y="1865376"/>
            <a:ext cx="3866943" cy="31272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17336" y="1865376"/>
            <a:ext cx="38669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36792" y="2084832"/>
            <a:ext cx="34280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36792" y="2414016"/>
            <a:ext cx="3428031" cy="2359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Potential delay in contract approval due to insufficient liability, transfe…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Access-review evidence gap must be corrected before launch close-out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• Temporary uptime risk acceptance for pilot phase subject to compensating co…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 count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32320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Top findings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461529" cy="493776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20240"/>
            <a:ext cx="2461529" cy="36576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002536"/>
            <a:ext cx="229693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02777" y="1920240"/>
            <a:ext cx="2882359" cy="493776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02777" y="1920240"/>
            <a:ext cx="2882359" cy="36576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5073" y="2002536"/>
            <a:ext cx="271776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9144" y="1920240"/>
            <a:ext cx="3021077" cy="493776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9144" y="1920240"/>
            <a:ext cx="3021077" cy="36576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1440" y="2002536"/>
            <a:ext cx="285648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34230" y="1920240"/>
            <a:ext cx="2050049" cy="493776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34230" y="1920240"/>
            <a:ext cx="2050049" cy="36576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6526" y="2002536"/>
            <a:ext cx="188545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487168"/>
            <a:ext cx="2461529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2569464"/>
            <a:ext cx="2296937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02777" y="2487168"/>
            <a:ext cx="2882359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5073" y="2569464"/>
            <a:ext cx="2717767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Potential delay in contract approval due to i…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9144" y="2487168"/>
            <a:ext cx="3021077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1440" y="2569464"/>
            <a:ext cx="285648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The committee agreed that the MSA package cannot be…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4230" y="2487168"/>
            <a:ext cx="2050049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6526" y="2569464"/>
            <a:ext cx="1885457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127248"/>
            <a:ext cx="2461529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3209544"/>
            <a:ext cx="2296937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02777" y="3127248"/>
            <a:ext cx="2882359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5073" y="3209544"/>
            <a:ext cx="2717767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Access-review evidence gap must be corrected…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49144" y="3127248"/>
            <a:ext cx="3021077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1440" y="3209544"/>
            <a:ext cx="285648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The committee accepted opening NCR-2024-011 and req…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34230" y="3127248"/>
            <a:ext cx="2050049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6526" y="3209544"/>
            <a:ext cx="1885457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3767328"/>
            <a:ext cx="2461529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" y="3849624"/>
            <a:ext cx="2296937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02777" y="3767328"/>
            <a:ext cx="2882359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85073" y="3849624"/>
            <a:ext cx="2717767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Temporary uptime risk acceptance for pilot ph…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49144" y="3767328"/>
            <a:ext cx="3021077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31440" y="3849624"/>
            <a:ext cx="285648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The committee allowed Procurement to pursue a tempo…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334230" y="3767328"/>
            <a:ext cx="2050049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16526" y="3849624"/>
            <a:ext cx="1885457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2026-04-22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32320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567111" cy="493776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20240"/>
            <a:ext cx="3567111" cy="36576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002536"/>
            <a:ext cx="340251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8359" y="1920240"/>
            <a:ext cx="2378568" cy="493776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08359" y="1920240"/>
            <a:ext cx="2378568" cy="36576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0655" y="2002536"/>
            <a:ext cx="221397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0936" y="1920240"/>
            <a:ext cx="2186701" cy="493776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0936" y="1920240"/>
            <a:ext cx="2186701" cy="36576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33232" y="2002536"/>
            <a:ext cx="202210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01645" y="1920240"/>
            <a:ext cx="2282634" cy="493776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01645" y="1920240"/>
            <a:ext cx="2282634" cy="36576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3941" y="2002536"/>
            <a:ext cx="211804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487168"/>
            <a:ext cx="3567111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2569464"/>
            <a:ext cx="340251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Negotiate liability cap with vendor legal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08359" y="2487168"/>
            <a:ext cx="2378568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90655" y="2569464"/>
            <a:ext cx="221397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Maria Santos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0936" y="2487168"/>
            <a:ext cx="2186701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33232" y="2569464"/>
            <a:ext cx="202210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2024-03-22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01645" y="2487168"/>
            <a:ext cx="2282634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3941" y="2569464"/>
            <a:ext cx="211804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In progress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127248"/>
            <a:ext cx="3567111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3209544"/>
            <a:ext cx="340251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Draft SCC Appendix for data residency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08359" y="3127248"/>
            <a:ext cx="2378568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90655" y="3209544"/>
            <a:ext cx="221397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James Park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0936" y="3127248"/>
            <a:ext cx="2186701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33232" y="3209544"/>
            <a:ext cx="202210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2024-03-25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01645" y="3127248"/>
            <a:ext cx="2282634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3941" y="3209544"/>
            <a:ext cx="211804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3767328"/>
            <a:ext cx="3567111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" y="3849624"/>
            <a:ext cx="340251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Request revised SLA with 99.95% target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08359" y="3767328"/>
            <a:ext cx="2378568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90655" y="3849624"/>
            <a:ext cx="221397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Maria Santos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0936" y="3767328"/>
            <a:ext cx="2186701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33232" y="3849624"/>
            <a:ext cx="202210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2024-03-20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01645" y="3767328"/>
            <a:ext cx="2282634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83941" y="3849624"/>
            <a:ext cx="211804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Done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" y="4407408"/>
            <a:ext cx="3567111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9536" y="4489704"/>
            <a:ext cx="340251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Define incident response SLOs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08359" y="4407408"/>
            <a:ext cx="2378568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90655" y="4489704"/>
            <a:ext cx="221397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Alex Rivera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0936" y="4407408"/>
            <a:ext cx="2186701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33232" y="4489704"/>
            <a:ext cx="202210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2024-03-28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01645" y="4407408"/>
            <a:ext cx="2282634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83941" y="4489704"/>
            <a:ext cx="211804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7240" y="5047488"/>
            <a:ext cx="3567111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9536" y="5129784"/>
            <a:ext cx="340251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Set up auto-renewal calendar alerts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408359" y="5047488"/>
            <a:ext cx="2378568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90655" y="5129784"/>
            <a:ext cx="221397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Operations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850936" y="5047488"/>
            <a:ext cx="2186701" cy="56692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33232" y="5129784"/>
            <a:ext cx="202210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2024-03-18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101645" y="5047488"/>
            <a:ext cx="2282634" cy="566928"/>
          </a:xfrm>
          <a:prstGeom prst="roundRect">
            <a:avLst/>
          </a:prstGeom>
          <a:solidFill>
            <a:srgbClr val="F7F5F2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83941" y="5129784"/>
            <a:ext cx="2118042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In progress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766560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257133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941832" y="2249424"/>
            <a:ext cx="1481328" cy="0"/>
          </a:xfrm>
          <a:prstGeom prst="line">
            <a:avLst/>
          </a:prstGeom>
          <a:ln w="1143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4983" y="2267712"/>
            <a:ext cx="478164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3" y="2706624"/>
            <a:ext cx="4781645" cy="12236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Negotiate liability cap with vendor legal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3" y="3985121"/>
            <a:ext cx="4781645" cy="10623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Negotiate liability cap with vendor legal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Draft SCC Appendix for data residency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6981" y="2029968"/>
            <a:ext cx="5057298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26981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4725" y="2267712"/>
            <a:ext cx="458181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4725" y="2706624"/>
            <a:ext cx="4581810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Open-ended questions may require additional human reading when the document has contextual ambiguity.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Negotiate liability cap with vendor legal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Draft SCC Appendix for data residency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Request revised SLA with 99.95% target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Define incident response SLOs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Negotiate liability cap with vendor legal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4263F"/>
                </a:solidFill>
                <a:latin typeface="Arial"/>
              </a:rPr>
              <a:t>• Draft SCC Appendix for data residency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4263F"/>
                </a:solidFill>
                <a:latin typeface="Arial"/>
              </a:rPr>
              <a:t>• Request revised SLA with 99.95% target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4263F"/>
                </a:solidFill>
                <a:latin typeface="Arial"/>
              </a:rPr>
              <a:t>• Define incident response SLOs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