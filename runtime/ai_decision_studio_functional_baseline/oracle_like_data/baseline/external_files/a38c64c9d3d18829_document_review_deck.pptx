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534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 evidence log: 2 risk(s), 0 gap(s) and 3 mitigation action(s) identified. Top risk: Missing evidence blocks control closure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2629" y="1865376"/>
            <a:ext cx="387165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2629" y="1865376"/>
            <a:ext cx="387165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50373" y="2103120"/>
            <a:ext cx="339616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50373" y="2432303"/>
            <a:ext cx="339616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evidence may delay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Archive EV-002 email-export artifact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0031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7230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23277" y="1920240"/>
            <a:ext cx="27643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87285" y="1984248"/>
            <a:ext cx="26363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33383" y="1920240"/>
            <a:ext cx="282489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7391" y="1984248"/>
            <a:ext cx="269688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04002" y="1920240"/>
            <a:ext cx="228027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8010" y="1984248"/>
            <a:ext cx="215226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60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7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23277" y="2450592"/>
            <a:ext cx="27643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7285" y="2514600"/>
            <a:ext cx="26363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33383" y="2450592"/>
            <a:ext cx="28248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7391" y="2514600"/>
            <a:ext cx="26968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04002" y="2450592"/>
            <a:ext cx="22802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8010" y="2514600"/>
            <a:ext cx="21522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60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47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23277" y="3114080"/>
            <a:ext cx="27643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7285" y="3178088"/>
            <a:ext cx="26363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evidence may delay closure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33383" y="3114080"/>
            <a:ext cx="28248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7391" y="3178088"/>
            <a:ext cx="26968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EV-005 is In progress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04002" y="3114080"/>
            <a:ext cx="22802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8010" y="3178088"/>
            <a:ext cx="21522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3476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2195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70560" y="1920240"/>
            <a:ext cx="249290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34568" y="1984248"/>
            <a:ext cx="236488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09185" y="1920240"/>
            <a:ext cx="231468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73193" y="1984248"/>
            <a:ext cx="218667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69592" y="1920240"/>
            <a:ext cx="231468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3600" y="1984248"/>
            <a:ext cx="218667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347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219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email-export artifact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170560" y="2450592"/>
            <a:ext cx="249290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4568" y="2514600"/>
            <a:ext cx="236488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09185" y="2450592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73193" y="2514600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69592" y="2450592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3600" y="2514600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347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219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170560" y="3114080"/>
            <a:ext cx="249290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34568" y="3178088"/>
            <a:ext cx="236488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709185" y="3114080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73193" y="3178088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69592" y="3114080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3600" y="3178088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347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219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Complete provenance verification for all items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170560" y="3777569"/>
            <a:ext cx="249290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4568" y="3841577"/>
            <a:ext cx="236488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09185" y="3777569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73193" y="3841577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069592" y="3777569"/>
            <a:ext cx="231468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3600" y="3841577"/>
            <a:ext cx="218667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19911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72362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723629" cy="12035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email-export artifact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65032"/>
            <a:ext cx="4723629" cy="1082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email-export artifact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68965" y="2029968"/>
            <a:ext cx="511531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8965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6709" y="2267712"/>
            <a:ext cx="463982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06709" y="2706624"/>
            <a:ext cx="4639826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Open-ended questions may require additional human reading when the document has contextual ambiguity.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email-export artifact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Complete provenance verification for all items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Archive EV-002 email-export artifact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Complete provenance verification for all items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