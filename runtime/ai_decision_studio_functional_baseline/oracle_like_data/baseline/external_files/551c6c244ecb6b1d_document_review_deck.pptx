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1 gap(s) and 2 mitigation action(s) identified. Top risk: Missing evidence blocks control closure Main evidence gap: No explicit due date is provided for the archiving task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items may remain unresolved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due date is provided for the archiving task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8586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5784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08824" y="1920240"/>
            <a:ext cx="301527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72832" y="1984248"/>
            <a:ext cx="288726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69821" y="1920240"/>
            <a:ext cx="280291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3829" y="1984248"/>
            <a:ext cx="267489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218455" y="1920240"/>
            <a:ext cx="216582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2463" y="1984248"/>
            <a:ext cx="20378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4858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578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08824" y="2450592"/>
            <a:ext cx="301527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2832" y="2514600"/>
            <a:ext cx="288726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69821" y="2450592"/>
            <a:ext cx="280291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3829" y="2514600"/>
            <a:ext cx="267489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18455" y="2450592"/>
            <a:ext cx="21658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2463" y="2514600"/>
            <a:ext cx="20378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4858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3578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08824" y="3114080"/>
            <a:ext cx="301527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2832" y="3178088"/>
            <a:ext cx="288726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items may remain unresolved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69821" y="3114080"/>
            <a:ext cx="280291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3829" y="3178088"/>
            <a:ext cx="267489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18455" y="3114080"/>
            <a:ext cx="21658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2463" y="3178088"/>
            <a:ext cx="20378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4858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3578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08824" y="3777569"/>
            <a:ext cx="301527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72832" y="3841577"/>
            <a:ext cx="288726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due date is provided for the arch…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69821" y="3777569"/>
            <a:ext cx="280291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3829" y="3841577"/>
            <a:ext cx="267489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18455" y="3777569"/>
            <a:ext cx="21658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2463" y="3841577"/>
            <a:ext cx="20378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2581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1300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81074" y="1920240"/>
            <a:ext cx="248938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45082" y="1984248"/>
            <a:ext cx="236137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16180" y="1920240"/>
            <a:ext cx="236118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80188" y="1984248"/>
            <a:ext cx="223317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23090" y="1920240"/>
            <a:ext cx="236118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7098" y="1984248"/>
            <a:ext cx="223317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2581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1300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81074" y="2450592"/>
            <a:ext cx="24893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5082" y="2514600"/>
            <a:ext cx="23613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16180" y="2450592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0188" y="2514600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23090" y="2450592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7098" y="2514600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2581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1300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81074" y="3114080"/>
            <a:ext cx="24893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5082" y="3178088"/>
            <a:ext cx="23613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16180" y="3114080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0188" y="3178088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23090" y="3114080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7098" y="3178088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9282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1733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17335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717335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62671" y="2029968"/>
            <a:ext cx="512160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267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0415" y="2267712"/>
            <a:ext cx="46461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00415" y="2706624"/>
            <a:ext cx="4646120" cy="1317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explicit due date is provided for the archiving task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00415" y="4079149"/>
            <a:ext cx="4646120" cy="96833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