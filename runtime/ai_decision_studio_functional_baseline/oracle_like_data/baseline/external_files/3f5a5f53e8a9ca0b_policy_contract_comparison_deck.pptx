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Executive Comparison:  
The Access Review Evidence Log highlights a critical control gap due to missing or incomplete evidence, directly blocking control closure and exposing a material risk to audit readiness. In contrast, the Privileged Account Approval Email demonstrates a governed, proactive access management approach with strict scoping, logging, and quarterly recertification requirements, reflecting a mature control environment despite being in a pilot phase.
- Access Review Evidence Log shows incomplete evidence, risking control failure and audit non-compliance.  
- Privileged Account Approval Email enforces strict access controls with mandatory logging and quarterly reviews.  
- Evidence gaps in the log require immediate verification; the email process is designed for ongoing governance.  
- The log’s missing evidence directly impacts control closure; the email process includes revalidation triggers for personnel changes.  
- The log reflects reactive evidence collection; the email reflects a structured, preventive access approval workflow.  
- Material difference: One reveals a control breakdown, while the other demonstrates a controlled, auditable access model.</a:t>
            </a:r>
            <a:endParaRPr sz="12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highlights a critical control gap due to mis…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Access Review Evidence Log shows incomplete evidence, risking control failu…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Privileged Account Approval Email enforces strict access controls with mand…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Control closure is blocked until all evidence items are verified and properly archived. | Missing or incomplete evidenc…</a:t>
            </a:r>
            <a:endParaRPr sz="7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is tightly scoped to operational tasks and requires continuous logging integration. | Governance includes mandat…</a:t>
            </a:r>
            <a:endParaRPr sz="7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highlights a critical…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documents five evidence items for the Q1 2024 Nort…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 shows incomplete evidence, risking…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documents five evidence items for the Q1 2024 Nort…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 enforces strict access controls…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EV-002: System owner approval email for privileged vendor accounts | Privileged A…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gaps in the log require immediate verification;…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documents five evidence items for the Q1 2024 Nort…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log’s missing evidence directly impacts control closure;…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Missing or incomplete evidence directly impacts the ability to satisfy the tested…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log reflects reactive evidence collection; the email…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documents five evidence items for the Q1 2024 Nort…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