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2 gap(s) and 3 mitigation action(s) identified. Top risk: Missing evidence blocks control closure Main evidence gap: 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not yet verified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archiving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38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10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61481" y="1920240"/>
            <a:ext cx="31573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5489" y="1984248"/>
            <a:ext cx="30293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64553" y="1920240"/>
            <a:ext cx="27555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561" y="1984248"/>
            <a:ext cx="26275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65798" y="1920240"/>
            <a:ext cx="211848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9806" y="1984248"/>
            <a:ext cx="199046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38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10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61481" y="2450592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5489" y="2514600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64553" y="2450592"/>
            <a:ext cx="27555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561" y="2514600"/>
            <a:ext cx="26275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65798" y="2450592"/>
            <a:ext cx="211848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9806" y="2514600"/>
            <a:ext cx="199046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38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10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61481" y="3114080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5489" y="3178088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not yet verified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64553" y="3114080"/>
            <a:ext cx="27555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561" y="3178088"/>
            <a:ext cx="26275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65798" y="3114080"/>
            <a:ext cx="211848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9806" y="3178088"/>
            <a:ext cx="199046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38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10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261481" y="3777569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5489" y="3841577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64553" y="3777569"/>
            <a:ext cx="27555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561" y="3841577"/>
            <a:ext cx="26275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65798" y="3777569"/>
            <a:ext cx="211848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9806" y="3841577"/>
            <a:ext cx="199046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438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310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61481" y="4441057"/>
            <a:ext cx="31573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5489" y="4505065"/>
            <a:ext cx="30293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owner is assigned for verifying p…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64553" y="4441057"/>
            <a:ext cx="27555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561" y="4505065"/>
            <a:ext cx="26275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65798" y="4441057"/>
            <a:ext cx="211848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9806" y="4505065"/>
            <a:ext cx="199046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30716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7914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30120" y="1920240"/>
            <a:ext cx="25074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4128" y="1984248"/>
            <a:ext cx="23794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83323" y="1920240"/>
            <a:ext cx="232761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7331" y="1984248"/>
            <a:ext cx="219960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56661" y="1920240"/>
            <a:ext cx="232761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0669" y="1984248"/>
            <a:ext cx="219960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3071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791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30120" y="2450592"/>
            <a:ext cx="25074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4128" y="2514600"/>
            <a:ext cx="23794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83323" y="2450592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7331" y="2514600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56661" y="2450592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0669" y="2514600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3071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791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30120" y="3114080"/>
            <a:ext cx="25074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128" y="3178088"/>
            <a:ext cx="23794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83323" y="3114080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7331" y="3178088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56661" y="3114080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0669" y="3178088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30716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17914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privileged activity log review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30120" y="3777569"/>
            <a:ext cx="25074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4128" y="3841577"/>
            <a:ext cx="23794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Security Engineering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683323" y="3777569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7331" y="3841577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56661" y="3777569"/>
            <a:ext cx="23276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0669" y="3841577"/>
            <a:ext cx="21996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received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2730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5181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51815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551815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7151" y="2029968"/>
            <a:ext cx="528712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715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4895" y="2267712"/>
            <a:ext cx="481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4895" y="2706624"/>
            <a:ext cx="4811640" cy="12542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archiving ev-002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34895" y="4015690"/>
            <a:ext cx="4811640" cy="10317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owner is assigned for verifying provenance of missing evide…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email-export artifact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privileged activity log review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email-export artifact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privileged activity log review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