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Executive Comparison:  
The Access Review Evidence Log highlights gaps in vendor control evidence requiring remediation, while the Privileged Account Approval Email establishes a controlled, auditable pilot for privileged access with strict scoping, logging, and mandatory quarterly revalidation. The former addresses incomplete evidence blocking control closure, whereas the latter enforces proactive governance for approved access.
- Incomplete evidence blocks control closure until provenance is verified.  
- Status indicators must be confirmed and artifacts archived in the approved repository.  
- Standing privileged access is approved for two named administrators during a pilot.  
- Access is tightly scoped to operational tasks with strict logging requirements.  
- Mandatory quarterly recertification and vendor confirmation of personnel are required.  
- Governance mandates revalidation if personnel change.</a:t>
            </a:r>
            <a:endParaRPr sz="13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Access Review Evidence Log highlights gaps in vendor control evidence r…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Incomplete evidence blocks control closure until provenance is verified.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Status indicators must be confirmed and artifacts archived in the approved…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Incomplete evidence blocks control closure until provenance is verified. | Status indicators must be confirmed and arti…</a:t>
            </a:r>
            <a:endParaRPr sz="7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1007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408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is tightly scoped to operational tasks and requires continuous logging integration. | Governance includes mandat…</a:t>
            </a:r>
            <a:endParaRPr sz="7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56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57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highlights gaps in…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documents a synthetic Q1 2024 vendor-con…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9050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3058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auditability_delta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Incomplete evidence blocks control closure until provenance is…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Incomplete evidence blocks control closure until provenance is verified. | Privil…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536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544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cross_document_observation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Status indicators must be confirmed and artifacts archived…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Status indicators must be confirmed and artifacts archived in the approved reposi…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802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203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identity_control_delta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Standing privileged access is approved for two named…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documents a synthetic Q1 2024 vendor-con…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50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51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cross_document_observation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is tightly scoped to operational tasks with…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documents a synthetic Q1 2024 vendor-con…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9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100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Mandatory quarterly recertification and vendor confirmation of personnel…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documents a synthetic Q1 2024 vendor-con…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