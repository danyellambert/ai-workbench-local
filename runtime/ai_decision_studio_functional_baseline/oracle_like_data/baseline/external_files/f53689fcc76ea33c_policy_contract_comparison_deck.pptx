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The Access Review Evidence Log and the Privileged Account Approval Email address distinct control objectives: the former documents evidence collection for a vendor control review with a focus on provenance verification to close the control, while the latter establishes conditional, scoped privileged access for specific administrators subject to strict logging, quarterly recertification, and revalidation upon personnel changes. The evidence log emphasizes completion of evidence items to achieve control closure, whereas the email mandates ongoing compliance through periodic review and vendor confirmation to sustain access.
- Evidence log requires verification of all evidence items for control closure; email mandates quarterly recertification and revalidation on personnel changes.  
- Evidence log notes missing/incomplete items blocking closure; email requires strict task scoping and logging compliance for access.  
- Evidence log is synthetic/test-only; email is an operational approval with vendor confirmation requirements.  
- Evidence log tracks statuses (received, missing, in progress); email specifies standing access for named administrators.  
- Evidence log references repository locations; email mandates logging and vendor confirmation for access maintenance.  
- Evidence log closure depends on provenance; email requires quarterly review to maintain access.</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and the Privileged Account Approval Email ad…</a:t>
            </a:r>
            <a:endParaRPr sz="1000" b="0" i="0">
              <a:latin typeface="Arial"/>
            </a:endParaRPr>
          </a:p>
          <a:p>
            <a:pPr algn="l">
              <a:lnSpc>
                <a:spcPct val="100000"/>
              </a:lnSpc>
              <a:spcAft>
                <a:spcPts val="300"/>
              </a:spcAft>
            </a:pPr>
            <a:r>
              <a:rPr sz="900" b="0" i="0">
                <a:solidFill>
                  <a:srgbClr val="203247"/>
                </a:solidFill>
                <a:latin typeface="Arial"/>
              </a:rPr>
              <a:t>• Evidence log requires verification of all evidence items for control closur…</a:t>
            </a:r>
            <a:endParaRPr sz="1000" b="0" i="0">
              <a:latin typeface="Arial"/>
            </a:endParaRPr>
          </a:p>
          <a:p>
            <a:pPr algn="l">
              <a:lnSpc>
                <a:spcPct val="100000"/>
              </a:lnSpc>
              <a:spcAft>
                <a:spcPts val="300"/>
              </a:spcAft>
            </a:pPr>
            <a:r>
              <a:rPr sz="900" b="0" i="0">
                <a:solidFill>
                  <a:srgbClr val="203247"/>
                </a:solidFill>
                <a:latin typeface="Arial"/>
              </a:rPr>
              <a:t>• Evidence log notes missing/incomplete items blocking closure; email require…</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Control closure depends on verifying provenance for all evidence items. | The synthetic nature of the document indicate…</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conditional on strict task scoping and logging compliance | Quarterly recertification and vendor confirmation…</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and the Privileged…</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catalogs five evidence items for the Q1…</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requires verification of all evidence items…</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catalogs five evidence items for the Q1…</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notes missing/incomplete items blocking closure; email…</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catalogs five evidence items for the Q1…</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is synthetic/test-only; email is an operational…</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catalogs five evidence items for the Q1…</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tracks statuses (received, missing, in progress);…</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catalogs five evidence items for the Q1…</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references repository locations; email mandates logging…</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catalogs five evidence items for the Q1…</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