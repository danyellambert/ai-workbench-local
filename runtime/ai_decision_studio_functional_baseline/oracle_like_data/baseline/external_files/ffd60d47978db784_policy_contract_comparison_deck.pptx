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(EVD-101) is a synthetic, testing-focused record of Q1 2024 vendor-control evidence, highlighting missing or incomplete items that directly affect control closure timelines. In contrast, the Privileged Account Approval Email confirms a limited, conditional grant of standing privileged access to two Northwind administrators for a pilot, with strict operational and review controls. The key business difference is that the Evidence Log identifies gaps requiring remediation to close a control, while the Approval Email authorizes specific, tightly scoped access under renewal conditions.
- Evidence Log flags missing/incomplete items impacting control closure; Approval Email grants conditional access contingent on quarterly renewal.  
- Evidence Log is synthetic and for testing; Approval Email is a real authorization with operational constraints.  
- Evidence Log lists artifacts with statuses and owners; Approval Email specifies scope (ticketed support/break-fix) and verification requirements.  
- Evidence Log addresses control closure timelines; Approval Email emphasizes personnel verification before each quarterly renewal.  
- Evidence Log pertains to vendor-control evidence; Approval Email pertains to privileged access governance for support roles.  
- Evidence Log requires resolution of deficiencies; Approval Email enforces strict access limitations and logging.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is a synthetic, testing-focused re…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Evidence Log flags missing/incomplete items impacting control closure; Appr…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Evidence Log is synthetic and for testing; Approval Email is a real authori…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items are flagged as missing or in progress, directly impacting control closure timelines. | The synt…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Access is strictly limited to ticketed support and break-fix activities. | Vendor must verify personnel before each qua…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is a…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flags missing/incomplete items impacting control closure;…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is synthetic and for testing; Approval…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lists artifacts with statuses and owners;…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addresses control closure timelines; Approval Email…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Critical evidence items are flagged as missing or in progress, directly impacting…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pertains to vendor-control evidence; Approval Email…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