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[EVIDENCE] Source: Privileged Account Approval Email.pdf | Evidence: Please archive this approval with the Q1 access-review evidence pack
[A02] Source: Privileged Account Approval Email.pdf | Evidence: If either named administrator changes, this approval must be revalidated before access is retained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[EVIDENCE] Source: Access Review Evidence Log.pdf | Evidence: EV-002 is missing and must be archived in the approved 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3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3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There are open actions without a defined owner.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3 action(s) include owner, due date or status context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98313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9831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959401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959401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approval email with Q1 access-review evidence p…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95940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95593" y="2331720"/>
            <a:ext cx="324108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5593" y="2331720"/>
            <a:ext cx="324108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5049" y="2551176"/>
            <a:ext cx="280217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15049" y="2971800"/>
            <a:ext cx="280217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Revalidate approval if named administrator changes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15049" y="4608576"/>
            <a:ext cx="280217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- • - • 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56719" y="2331720"/>
            <a:ext cx="3327560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6719" y="2331720"/>
            <a:ext cx="33275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6175" y="2551176"/>
            <a:ext cx="288864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76175" y="2971800"/>
            <a:ext cx="2888648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There are open actions without a defined owner.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6175" y="4608576"/>
            <a:ext cx="288864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4046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71245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63426" y="1920240"/>
            <a:ext cx="258856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27434" y="1984248"/>
            <a:ext cx="246054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97707" y="1920240"/>
            <a:ext cx="252042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1715" y="1984248"/>
            <a:ext cx="239241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63853" y="1920240"/>
            <a:ext cx="252042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27861" y="1984248"/>
            <a:ext cx="239241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4046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71245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63426" y="2450592"/>
            <a:ext cx="258856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7434" y="2514600"/>
            <a:ext cx="246054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97707" y="2450592"/>
            <a:ext cx="252042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1715" y="2514600"/>
            <a:ext cx="239241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63853" y="2450592"/>
            <a:ext cx="252042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27861" y="2514600"/>
            <a:ext cx="239241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4046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71245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A02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63426" y="3114080"/>
            <a:ext cx="258856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27434" y="3178088"/>
            <a:ext cx="246054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97707" y="3114080"/>
            <a:ext cx="252042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1715" y="3178088"/>
            <a:ext cx="239241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63853" y="3114080"/>
            <a:ext cx="252042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27861" y="3178088"/>
            <a:ext cx="239241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84046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71245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63426" y="3777569"/>
            <a:ext cx="258856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27434" y="3841577"/>
            <a:ext cx="246054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297707" y="3777569"/>
            <a:ext cx="252042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61715" y="3841577"/>
            <a:ext cx="239241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63853" y="3777569"/>
            <a:ext cx="252042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27861" y="3841577"/>
            <a:ext cx="239241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09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access-review evidence p…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-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-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 (2)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0607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5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57015"/>
            <a:ext cx="6263640" cy="1655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EVIDENCE — Provide missing evidence EV-002 to close control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Owner: - • Due: - • Status: Open • Source: Access Review Evidence Log</a:t>
            </a:r>
            <a:endParaRPr sz="14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Owner: - • Due: - • Status: Open • Source: Access Review Evidence Log</a:t>
            </a:r>
            <a:endParaRPr sz="14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496082" y="2084831"/>
            <a:ext cx="7193510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86354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43768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43768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437685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303534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303534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EVIDENCE · Archive approval email with Q1 access-review evidence p…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95186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381" y="1783080"/>
            <a:ext cx="334106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34381" y="2331720"/>
            <a:ext cx="3341066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381" y="2331720"/>
            <a:ext cx="334106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5549" y="2532888"/>
            <a:ext cx="293873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35549" y="2916936"/>
            <a:ext cx="2938730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A02 ·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579864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3" y="1783080"/>
            <a:ext cx="338937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994903" y="2331720"/>
            <a:ext cx="3389376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4903" y="2331720"/>
            <a:ext cx="338937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6072" y="2532888"/>
            <a:ext cx="298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96072" y="2916936"/>
            <a:ext cx="2987040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EVIDENCE · Provide missing evidence EV-002 to close control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09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There are open actions without a defined owner.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access-review evidence p…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access-review evidence p…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09 / 09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