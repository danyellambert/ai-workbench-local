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document_review_deck. Deck family: review. Sources: structured_result, document_agent.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summary consolidated from the product's grounded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Decision framing for the grounded document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REVIEW OF THE LATEST GROUNDED DOCUMENT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Document Review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240280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Executive review of the latest grounded document analysis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05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10607040" cy="19933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Q1 2024 Northwind vendor-control review evidence log: 0 risk(s), 0 gap(s) and 0 mitigation action(s) identified.</a:t>
            </a:r>
            <a:endParaRPr sz="1500" b="0" i="0"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Source count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0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Findings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0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Actions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Yes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Needs review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05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Recommendation vs watchouts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5147179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4671691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Recommendation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4671691" cy="132671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Open the cited source excerpts to confirm the interpretation before acting.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4088205"/>
            <a:ext cx="4671691" cy="95928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Open the cited source excerpts to confirm the interpretation before act…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027" y="2029968"/>
            <a:ext cx="5167252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027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4771" y="2267712"/>
            <a:ext cx="4691764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Watchouts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54771" y="2706624"/>
            <a:ext cx="4691764" cy="122363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Document agent confidence below review threshold:0.630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54771" y="3985121"/>
            <a:ext cx="4691764" cy="106236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Open-ended questions may require additional human reading when the docu…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Estimated confidence below ideal (63%).</a:t>
            </a:r>
            <a:endParaRPr sz="1100" b="0" i="0"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05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2880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Open the cited source excerpts to confirm the interpretation before acting.</a:t>
            </a:r>
            <a:endParaRPr sz="14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4014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Open the cited source excerpts to confirm the interpretation before acting.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