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Policy / Contract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comparison review of grounded document differences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171584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 política revisada introduz novas obrigações operacionais e ainda pede validação jurídica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4584" y="1920240"/>
            <a:ext cx="4115415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8864" y="1865376"/>
            <a:ext cx="4115415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8864" y="1865376"/>
            <a:ext cx="411541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6608" y="2103120"/>
            <a:ext cx="36399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6608" y="2432303"/>
            <a:ext cx="3639927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Aprovação formal agora é mandatória.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Ainda falta owner explícito do controle anual.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Formal approval became 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Compared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Needs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Comparison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2688932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688932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5609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612" y="1975104"/>
            <a:ext cx="2571173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11892" y="1920240"/>
            <a:ext cx="2571173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900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4506" y="1975104"/>
            <a:ext cx="2571173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786" y="1920240"/>
            <a:ext cx="2571173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2794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399" y="1975104"/>
            <a:ext cx="26386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45679" y="1920240"/>
            <a:ext cx="26386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9687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268893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688932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56091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obligation_change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7612" y="2505456"/>
            <a:ext cx="2571173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11892" y="2450592"/>
            <a:ext cx="2571173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900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Formal approval became mandatory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4506" y="2505456"/>
            <a:ext cx="2571173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8786" y="2450592"/>
            <a:ext cx="2571173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794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2025, Policy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1399" y="2505456"/>
            <a:ext cx="26386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45679" y="2450592"/>
            <a:ext cx="26386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9687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2026 / page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284809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284809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4809321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4809321" cy="120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97516"/>
            <a:ext cx="4809321" cy="1068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377" y="2103120"/>
            <a:ext cx="5029622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4657" y="2048256"/>
            <a:ext cx="5029622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4657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401" y="2286000"/>
            <a:ext cx="4554134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401" y="2734056"/>
            <a:ext cx="4554134" cy="12758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Final legal validation is still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401" y="4064757"/>
            <a:ext cx="4554134" cy="10010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Legal sign-off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