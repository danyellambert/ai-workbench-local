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latest version of the Information Security Policy introduces tighter controls and clearer timelines, while the earlier version leaves several critical gaps.
- Version 3.2 mandates MFA for all accounts; version 3.1 only requires MFA for privileged access.  
- Version 3.2 requires quarterly revalidation of privileged access; version 3.1 does not specify a review frequency.  
- Version 3.2 enforces a 24‑hour incident escalation window; version 3.1 lacks a defined notification timeframe for critical incidents.  
- Version 3.2 extends log retention to 12 months and requires ongoing vendor reassessment; version 3.1 retains logs for an unspecified period and relies on annual vendor checks.  
- Version 3.2 sets a 30‑day remediation deadline for access and vendor‑evidence gaps; version 3.1 provides no remediation timeline.  
- Version 3.2 is effective immediately with a defined annual review cycle; version 3.1 was effective as of January 5, 2024, with a generic annual review.  
Recommendation: Adopt version 3.2 promptly to close the identified gaps, especially the missing incident‑notification window and the lack of remediation timelines, to mitigate security and compliance risks.</a:t>
            </a:r>
            <a:endParaRPr sz="12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latest version of the Information Security Policy introduces tighter co…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Version 3.2 mandates MFA for all accounts; version 3.1 only requires MFA fo…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Version 3.2 requires quarterly revalidation of privileged access; version 3…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policy is formally approved and effective as of January 5, 2024, with an annual review cycle. | Governance roles ar…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The policy tightens identity and access management by expanding MFA and tightening privileged access reviews. | Vendor…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latest version of the Information Security Policy…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establishes baseline security controls…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Version 3.2 mandates MFA for all accounts; version…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Control requirements cover privileged access, MFA, log retention, and vendo…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Version 3.2 requires quarterly revalidation of privileged access;…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Control requirements cover privileged access, MFA, log retention, and vendo…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incident_response_delta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Version 3.2 enforces a 24‑hour incident escalation window;…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establishes baseline security controls…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Version 3.2 extends log retention to 12 months…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The Information Security Policy v3.1 establishes baseline security controls…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Version 3.2 sets a 30‑day remediation deadline for…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Information Security Policy v3.1.pdf (pdf), Information Security Policy v3.2.pdf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Information Security Policy v3.1.pdf (pdf): Control requirements cover privileged access, MFA, log retention, and vendo…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