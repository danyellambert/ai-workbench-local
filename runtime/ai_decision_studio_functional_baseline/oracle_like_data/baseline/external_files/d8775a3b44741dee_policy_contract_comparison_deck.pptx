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serves as a control evidence tracker for vendor reviews, with closure contingent on resolving missing or pending artifacts—particularly EV-002—highlighting operational gaps in evidence completeness. In contrast, the Privileged Account Approval Email outlines a conditional, time-bound governance control requiring strict scoping, logging, quarterly reviews, and personnel verification to maintain access, emphasizing proactive accountability rather than reactive evidence resolution.
- Control closure in the Access Review Evidence Log depends on verifying incomplete or pending evidence, directly impacting control status.  
- The Privileged Account Approval Email mandates ongoing governance conditions, including quarterly reviews and personnel revalidation, to sustain access.  
- Evidence gaps in the Access Review Log affect immediate control closure, while the approval email requires continuous compliance to prevent access drift.  
- The Access Review Evidence Log is synthetic and for demonstration only; the approval email reflects a live, conditional governance process.  
- Missing evidence in the Access Review Log is a tactical gap; the approval email enforces strategic governance through structured accountability.  
- Control ownership differs: the Access Review Log assigns ownership to evidence verification, whereas the approval email ties ownership to personnel and audit adherence.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serves as a control evidence tracker for ven…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Control closure in the Access Review Evidence Log depends on verifying inco…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Privileged Account Approval Email mandates ongoing governance condition…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Control closure depends on verifying missing or in-progress evidence, particularly EV-002. | The log is synthetic and i…</a:t>
            </a:r>
            <a:endParaRPr sz="8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The approval is conditional and time-bound, tied to specific operational and audit requirements. | Governance controls…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serves as a…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the Access Review Evidence Log…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Privileged Account Approval Email mandates ongoing governance…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gaps in the Access Review Log affect…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is synthetic and…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evidence in the Access Review Log is…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synthetic Access Review Evidence Log (EVD-101) documents Q1 2024 vendor-contr…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