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**Executive Comparison:**  
Meridian Holdings' Information Security Policy evolved from v3.1 to v3.2 with significant enhancements in incident response, access controls, and log retention. While v3.1 established foundational controls, it left critical customer-data incident notification timing undefined, creating compliance and response risks. v3.2 addresses this gap by introducing specific, time-bound requirements—including 24-hour escalation for customer data incidents, universal MFA, and quarterly privileged access reviews—reflecting a shift toward proactive, audit-ready governance aligned with regulatory expectations.
- v3.1 lacked a defined timeframe for notifying stakeholders about critical customer-data incidents; v3.2 mandates 24-hour escalation for such events.  
- v3.1 required MFA and ticket-based access but did not enforce MFA universally; v3.2 extends mandatory MFA to all workforce accounts.  
- v3.1 did not specify frequency for privileged access reviews; v3.2 introduces quarterly reviews to tighten access governance.  
- v3.1 referenced log retention and vendor evidence requirements without specifying duration; v3.2 mandates 12-month tamper-evident log retention.  
- v3.1 noted ongoing governance maturity through annual updates; v3.2 demonstrates proactive risk mitigation in response to evolving threats and regulations.  
- The absence of explicit enforcement mechanisms in v3.1 persists as a limitation, though v3.2 strengthens accountability through defined timelines and controls.  
**Recommendation:** Adopt and enforce v3.2 immediately to close critical response gaps, improve regulatory compliance, and strengthen defense against identity-based and supply chain threats. Prioritize training on the 24-hour incident escalation process and quarterly access reviews to ensure operational effectiveness. Monitor enforcement mechanisms in future updates to close remaining governance gaps.</a:t>
            </a:r>
            <a:endParaRPr sz="8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Meridian Holdings' Information Security Policy evolved from v3.1 to v3.2 wi…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v3.1 lacked a defined timeframe for notifying stakeholders about critical c…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v3.1 required MFA and ticket-based access but did not enforce MFA universal…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Information Security Policy v3.1.pdf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The policy enforces strong technical controls (MFA, ticket-based access) but leaves incident response timing ambiguous…</a:t>
            </a:r>
            <a:endParaRPr sz="7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The policy moves from reactive to preventive controls by enforcing MFA universally and shortening privileged access val…</a:t>
            </a:r>
            <a:endParaRPr sz="7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Meridian Holdings' Information Security Policy evolved from v3.1…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Meridian Holdings' Information Security Policy v3.1 establishes foundationa…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incident_response_delta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v3.1 lacked a defined timeframe for notifying stakeholders…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Meridian Holdings' Information Security Policy v3.1 establishes foundationa…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identity_control_delta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v3.1 required MFA and ticket-based access but did…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The policy enforces strong technical controls (MFA, ticket-based access) bu…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v3.1 did not specify frequency for privileged access…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Meridian Holdings' Information Security Policy v3.1 establishes foundationa…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v3.1 referenced log retention and vendor evidence requirements…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Meridian Holdings' Information Security Policy v3.1 establishes foundationa…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cross_document_observation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v3.1 noted ongoing governance maturity through annual updates;…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Meridian Holdings' Information Security Policy v3.1 establishes foundationa…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40114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92565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925656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4925656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70992" y="2029968"/>
            <a:ext cx="491328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0992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8736" y="2267712"/>
            <a:ext cx="443779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08736" y="2706624"/>
            <a:ext cx="4437799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Retrieval backend note: retrieval served by local fallback from the canonical json..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