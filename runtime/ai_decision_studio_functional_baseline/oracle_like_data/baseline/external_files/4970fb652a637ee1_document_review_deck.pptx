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Master Service Agreement v4.2 risk and obligation analysis: 3 risk(s), 0 gap(s) and 3 mitigation action(s) identified. Top risk: Uncapped financial exposure from general commercial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Uncapped financial exposure from general commercial claims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Short claim window of 12 months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Automatic renewal without explicit affirmative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53413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453413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28882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4661" y="1920240"/>
            <a:ext cx="268446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4661" y="1920240"/>
            <a:ext cx="268446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6957" y="2002536"/>
            <a:ext cx="2519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3133" y="1920240"/>
            <a:ext cx="295983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43133" y="1920240"/>
            <a:ext cx="295983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5429" y="2002536"/>
            <a:ext cx="279524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6976" y="1920240"/>
            <a:ext cx="2317303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66976" y="1920240"/>
            <a:ext cx="2317303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9272" y="2002536"/>
            <a:ext cx="21527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45341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2888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4661" y="2487168"/>
            <a:ext cx="268446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6957" y="2569464"/>
            <a:ext cx="2519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Uncapped financial exposure from general comm…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43133" y="2487168"/>
            <a:ext cx="295983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5429" y="2569464"/>
            <a:ext cx="27952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Section 7.3 creates uncapped financial exposure bec…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976" y="2487168"/>
            <a:ext cx="231730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9272" y="2569464"/>
            <a:ext cx="21527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245341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22888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4661" y="3127248"/>
            <a:ext cx="268446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6957" y="3209544"/>
            <a:ext cx="2519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Short claim window of 12 months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3133" y="3127248"/>
            <a:ext cx="295983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5429" y="3209544"/>
            <a:ext cx="27952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Section 7.8 shortens the claim window to 12 months,…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6976" y="3127248"/>
            <a:ext cx="231730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9272" y="3209544"/>
            <a:ext cx="21527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245341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22888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661" y="3767328"/>
            <a:ext cx="268446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6957" y="3849624"/>
            <a:ext cx="2519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Automatic renewal without explicit affirmativ…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43133" y="3767328"/>
            <a:ext cx="295983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5429" y="3849624"/>
            <a:ext cx="27952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Automatic 12-month renewals unless notice is delive…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6976" y="3767328"/>
            <a:ext cx="231730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9272" y="3849624"/>
            <a:ext cx="21527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3592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23592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30713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7172" y="1920240"/>
            <a:ext cx="271659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7172" y="1920240"/>
            <a:ext cx="271659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59468" y="2002536"/>
            <a:ext cx="255199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771" y="1920240"/>
            <a:ext cx="223125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7771" y="1920240"/>
            <a:ext cx="223125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067" y="2002536"/>
            <a:ext cx="206665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029" y="1920240"/>
            <a:ext cx="223125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53029" y="1920240"/>
            <a:ext cx="223125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325" y="2002536"/>
            <a:ext cx="206665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323592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30713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77172" y="2487168"/>
            <a:ext cx="271659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9468" y="2569464"/>
            <a:ext cx="2551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 Legal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771" y="248716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067" y="256946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029" y="248716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325" y="256946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323592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30713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Confirm joint IP ownership implications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7172" y="3127248"/>
            <a:ext cx="271659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9468" y="3209544"/>
            <a:ext cx="2551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 Legal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7771" y="312724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0067" y="320954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3029" y="312724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325" y="320954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323592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30713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Validate renewal notice procedure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77172" y="3767328"/>
            <a:ext cx="271659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9468" y="3849624"/>
            <a:ext cx="2551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Meridian Holdings Ltd. Procurement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7771" y="376732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0067" y="384962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53029" y="376732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325" y="384962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3189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47564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4756404" cy="121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74144"/>
            <a:ext cx="4756404" cy="1073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Review and negotiate liability cap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Confirm joint IP ownership implications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740" y="2029968"/>
            <a:ext cx="508254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74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9484" y="2267712"/>
            <a:ext cx="46070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9484" y="2706624"/>
            <a:ext cx="4607052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Review and negotiate liability cap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Confirm joint IP ownership implications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renewal notice procedure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Confirm joint IP ownership implications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renewal notice procedure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