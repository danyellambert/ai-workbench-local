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93846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0 gap(s) and 3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91126" y="1865376"/>
            <a:ext cx="3893153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1126" y="1865376"/>
            <a:ext cx="389315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8870" y="2103120"/>
            <a:ext cx="34176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8870" y="2432303"/>
            <a:ext cx="3417665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delay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0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7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23277" y="1920240"/>
            <a:ext cx="27643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7285" y="1984248"/>
            <a:ext cx="26363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3383" y="1920240"/>
            <a:ext cx="28248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7391" y="1984248"/>
            <a:ext cx="26968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04002" y="1920240"/>
            <a:ext cx="22802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8010" y="1984248"/>
            <a:ext cx="21522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77" y="2450592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7285" y="2514600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3383" y="2450592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7391" y="2514600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04002" y="2450592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8010" y="2514600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23277" y="3114080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7285" y="3178088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delay closure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33383" y="3114080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391" y="3178088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04002" y="3114080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8010" y="3178088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263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2982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49260" y="1920240"/>
            <a:ext cx="246453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3268" y="1984248"/>
            <a:ext cx="23365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59517" y="1920240"/>
            <a:ext cx="228952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23525" y="1984248"/>
            <a:ext cx="216150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94758" y="1920240"/>
            <a:ext cx="228952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8766" y="1984248"/>
            <a:ext cx="216150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4263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2982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49260" y="2450592"/>
            <a:ext cx="24645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3268" y="2514600"/>
            <a:ext cx="23365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59517" y="2450592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3525" y="2514600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94758" y="2450592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8766" y="2514600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4263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2982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49260" y="3114080"/>
            <a:ext cx="24645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3268" y="3178088"/>
            <a:ext cx="23365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59517" y="3114080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3525" y="3178088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94758" y="3114080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8766" y="3178088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4263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2982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review of all evidence items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49260" y="3777569"/>
            <a:ext cx="24645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3268" y="3841577"/>
            <a:ext cx="23365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59517" y="3777569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3525" y="3841577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94758" y="3777569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8766" y="3841577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7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816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8164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78164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6981" y="2029968"/>
            <a:ext cx="5057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69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4725" y="2267712"/>
            <a:ext cx="45818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4725" y="2706624"/>
            <a:ext cx="458181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review of all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review of all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