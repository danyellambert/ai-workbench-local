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2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19807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19807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808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80895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with Q1 access-review evidence pack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808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17087" y="2331720"/>
            <a:ext cx="324443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7087" y="2331720"/>
            <a:ext cx="324443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543" y="2551176"/>
            <a:ext cx="280552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6543" y="2971800"/>
            <a:ext cx="280552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administrators change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36543" y="4608576"/>
            <a:ext cx="280552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Compliance Operations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1561" y="2331720"/>
            <a:ext cx="340271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1561" y="2331720"/>
            <a:ext cx="340271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1017" y="2551176"/>
            <a:ext cx="296380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1017" y="2971800"/>
            <a:ext cx="296380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1017" y="4608576"/>
            <a:ext cx="296380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23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43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5285" y="1920240"/>
            <a:ext cx="264298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9293" y="1984248"/>
            <a:ext cx="251496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3989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997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1994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6002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5285" y="2450592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9293" y="2514600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3989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997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1994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6002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5285" y="3114080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9293" y="3178088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3989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7997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1994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6002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administrators change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399409" y="2084831"/>
            <a:ext cx="54132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28968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443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24433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2443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484200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484200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with Q1 access-review evidence pack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702929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1034" y="1783080"/>
            <a:ext cx="514324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1034" y="2331720"/>
            <a:ext cx="514324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1034" y="2331720"/>
            <a:ext cx="514324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2202" y="2532888"/>
            <a:ext cx="474090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2202" y="2916936"/>
            <a:ext cx="474090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