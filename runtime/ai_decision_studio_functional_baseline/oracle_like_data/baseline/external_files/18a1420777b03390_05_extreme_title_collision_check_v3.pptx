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EXTREME COLLISION CHECK WITH DELIBERATELY VERBOSE METADATA TO FORCE SAFE TRUNCATION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62940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4263F"/>
                </a:solidFill>
                <a:latin typeface="Arial"/>
              </a:rPr>
              <a:t>AI Workbench Local — Executive Deck for…</a:t>
            </a:r>
            <a:endParaRPr sz="2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203704"/>
            <a:ext cx="62179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17287"/>
                </a:solidFill>
                <a:latin typeface="Arial"/>
              </a:rPr>
              <a:t>Extreme collision check with deliberately verbose metadata to force safe truncation behavior</a:t>
            </a:r>
            <a:endParaRPr sz="1300" b="0" i="0"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8992" y="3227832"/>
            <a:ext cx="5394960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The cover should remain readable without title-body overlap, even if that means the title becomes visibly shorter.</a:t>
            </a:r>
            <a:endParaRPr sz="1500" b="0" i="0"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Extreme collision-first test  •  2026-04-05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