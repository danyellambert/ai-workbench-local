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Benchmark &amp; Eval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020824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Resumo executivo da rodada atual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