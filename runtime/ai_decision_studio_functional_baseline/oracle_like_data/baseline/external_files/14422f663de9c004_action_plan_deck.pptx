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action_plan_run_current, source:Privileged Account Approval Email.pdf, source:Governance Committee Minutes and Action Items.pdf.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[A01] Source: Grounded workflow evidence
[A02] Source: Grounded workflow evidence
[A03] Source: Grounded workflow evidence
[A04] Source: Grounded workflow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[A05] Source: Grounded workflow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256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4 open action(s) remain in the current plan and should be executed in sequence against grounded evidence.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2938" y="1865376"/>
            <a:ext cx="38613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2938" y="1865376"/>
            <a:ext cx="38613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0682" y="2103120"/>
            <a:ext cx="33858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0682" y="2432303"/>
            <a:ext cx="33858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5 total actions are tracked in the current plan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7267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Maria Santos • Due 2024-03-22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9958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9958" y="2331720"/>
            <a:ext cx="337267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9414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9414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9414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James Park • Due 2024-03-25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62676" y="2331720"/>
            <a:ext cx="322160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2676" y="2331720"/>
            <a:ext cx="322160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132" y="2551176"/>
            <a:ext cx="278269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132" y="2971800"/>
            <a:ext cx="278269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132" y="4608576"/>
            <a:ext cx="278269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789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50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01888" y="1920240"/>
            <a:ext cx="271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5896" y="1984248"/>
            <a:ext cx="258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7925" y="1920240"/>
            <a:ext cx="24588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1933" y="1984248"/>
            <a:ext cx="2330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62534" y="1920240"/>
            <a:ext cx="25217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6542" y="1984248"/>
            <a:ext cx="23937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A01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01888" y="2450592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896" y="2514600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7925" y="2450592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1933" y="2514600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2534" y="2450592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6542" y="2514600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01888" y="3114080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5896" y="3178088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7925" y="3114080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1933" y="3178088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62534" y="3114080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6542" y="3178088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01888" y="3777569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5896" y="3841577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57925" y="3777569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1933" y="3841577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62534" y="3777569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6542" y="3841577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Done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A04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01888" y="4441057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5896" y="4505065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57925" y="4441057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1933" y="4505065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62534" y="4441057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6542" y="4505065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10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 (2)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389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08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1865" y="1920240"/>
            <a:ext cx="251886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5873" y="1984248"/>
            <a:ext cx="239084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6450" y="1920240"/>
            <a:ext cx="251886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0458" y="1984248"/>
            <a:ext cx="239084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91035" y="1920240"/>
            <a:ext cx="259324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5043" y="1984248"/>
            <a:ext cx="246522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38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0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A05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1865" y="2450592"/>
            <a:ext cx="251886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5873" y="2514600"/>
            <a:ext cx="239084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26450" y="2450592"/>
            <a:ext cx="251886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0458" y="2514600"/>
            <a:ext cx="239084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91035" y="2450592"/>
            <a:ext cx="259324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5043" y="2514600"/>
            <a:ext cx="246522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[A01] Negotiate liability cap with vendor legal — Owner: Maria Santos — Due: 2024-03-22 — Status: In Progress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[A03] Request revised SLA with 99.95% target — Owner: Maria Santos — Due: 2024-03-20 — Status: Done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[A04] Define incident response SLOs — Owner: Alex Rivera — Due: 2024-03-28 — Status: Open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[A01] Negotiate liability cap with vendor legal — Owner: Maria Santos — Due: 2024-03-22 — Status: In Progress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[A03] Request revised SLA with 99.95% target — Owner: Maria Santos — Due: 2024-03-20 — Status: Done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[A04] Define incident response SLOs — Owner: Alex Rivera — Due: 2024-03-28 — Status: Open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[A05] Set up auto-renewal calendar alerts — Owner: Operations — Due: 2024-03-18 — Status: In Progress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4014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[A05] Set up auto-renewal calendar alerts — Owner: Operations — Due: 2024-03-18 — Status: In Progress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71928" y="2084831"/>
            <a:ext cx="7217664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62200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[A01] Negotiate liability cap with vendor legal — Owner: Maria Santos — Due: 20…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2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6072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6072" y="2331720"/>
            <a:ext cx="338937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240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7240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[A02] Draft SCC Appendix for data residency — Owner: James Park — Due: 2024-03-…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986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94904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904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6072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6072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[A03] Request revised SLA with 99.95% target — Owner: Maria Santos — Due: 2024-…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0492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2943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29439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29439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[A04] Define incident response SLOs — Owner: Alex Rivera — Due: 2024-03-28 — Status: Open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74775" y="2029968"/>
            <a:ext cx="530950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7477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519" y="2267712"/>
            <a:ext cx="483401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2519" y="2706624"/>
            <a:ext cx="4834016" cy="13064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Execute the named actions in order and confirm the cited evidence as each item closes.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12519" y="4067925"/>
            <a:ext cx="4834016" cy="979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[A01] Negotiate liability cap with vendor legal — Owner: Maria Santos — Due: 2024-03-22 — Status: In Progress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10 / 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