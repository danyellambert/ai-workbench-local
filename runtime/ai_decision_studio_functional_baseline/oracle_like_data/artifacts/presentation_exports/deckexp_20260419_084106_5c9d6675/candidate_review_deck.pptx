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Sarah Chen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539950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Sarah Chen presents as a hiring profile centered on Senior ML Engineer · Transformer architectures, Instruction tuning from San Francisco, CA. Grounded evidence suggests about 5.0 year(s) of experience across 3 structured role(s). Top strengths: Technical leadership for small ML teams; Mentorship. Primary watchout: Leadership scope and product thinking depth need validation through concrete examples of cross-functional impact and product lifecycle ownership.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09798" y="1865376"/>
            <a:ext cx="3774481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09798" y="1865376"/>
            <a:ext cx="377448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29254" y="2084832"/>
            <a:ext cx="333556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29254" y="2414016"/>
            <a:ext cx="3335569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Technical leadership for small ML teams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Mentorship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Cross-functional delivery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5.0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419742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419742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8083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80830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Technical leadership for small ML teams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8083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17022" y="2331720"/>
            <a:ext cx="325737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17022" y="2331720"/>
            <a:ext cx="325737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478" y="2551176"/>
            <a:ext cx="281845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36478" y="2971800"/>
            <a:ext cx="281845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Mentorship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36478" y="4608576"/>
            <a:ext cx="28184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94434" y="2331720"/>
            <a:ext cx="328984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4434" y="2331720"/>
            <a:ext cx="328984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890" y="2551176"/>
            <a:ext cx="285093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13890" y="2971800"/>
            <a:ext cx="285093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Cross-functional delivery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13890" y="4608576"/>
            <a:ext cx="28509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320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040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5048" y="1920240"/>
            <a:ext cx="362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9056" y="1984248"/>
            <a:ext cx="349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8465" y="1920240"/>
            <a:ext cx="34558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2473" y="1984248"/>
            <a:ext cx="33277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5048" y="2450592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56" y="2514600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5.0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28465" y="2450592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473" y="2514600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5048" y="3114080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9056" y="3178088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Transformer architectures, Instruction tuning, Evaluation design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28465" y="3114080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2473" y="3178088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32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5048" y="3777569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056" y="3841577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28465" y="3777569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473" y="3841577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855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575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8491" y="1920240"/>
            <a:ext cx="23634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2499" y="1984248"/>
            <a:ext cx="22354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17709" y="1920240"/>
            <a:ext cx="23634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81717" y="1984248"/>
            <a:ext cx="22354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6927" y="1920240"/>
            <a:ext cx="31573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0935" y="1984248"/>
            <a:ext cx="30293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855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575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08491" y="2450592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2499" y="2514600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17709" y="2450592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1717" y="2514600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6927" y="2450592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935" y="2514600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855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575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ML Engineer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08491" y="3114080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2499" y="3178088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17709" y="3114080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1717" y="3178088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6927" y="3114080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0935" y="3178088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workflows; supported high-throughput inference…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5855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4575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Research Engineer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408491" y="3777569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2499" y="3841577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817709" y="3777569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1717" y="3841577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226927" y="3777569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0935" y="3841577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experiments, published two peer-reviewed papers on attention mechanisms, and mentored…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7115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9566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95669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Leadership scope and product thinking depth need validation through concrete examples of cross-functional impact and product lifecycle ownership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41005" y="2029968"/>
            <a:ext cx="524327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100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8749" y="2267712"/>
            <a:ext cx="476778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8749" y="2706624"/>
            <a:ext cx="47677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78749" y="4059936"/>
            <a:ext cx="4767786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leadership scope and product thinking depth need validation th…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ownership…</a:t>
            </a:r>
            <a:endParaRPr sz="11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leadership scope and product thinking depth need validation through co…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 in inter…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Validate leadership scope and product thinking depth need validation through co…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Probe measurable scope, business impact and cross-functional ownership in inter…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