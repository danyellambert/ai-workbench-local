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31422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 evidence log: 2 risk(s), 1 gap(s) and 3 mitigation action(s) identified. Top risk: Missing evidence blocks control closure Main evidence gap: No explicit due date is provided for archiving EV-002 or verifying provenance.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28702" y="1865376"/>
            <a:ext cx="3855577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8702" y="1865376"/>
            <a:ext cx="385557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6446" y="2103120"/>
            <a:ext cx="33800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66446" y="2432303"/>
            <a:ext cx="3380089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In-progress items require provenance verification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No explicit due date is provided for archiving EV-002 or verifying provenan…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49618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36816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19142" y="1920240"/>
            <a:ext cx="297906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150" y="1984248"/>
            <a:ext cx="285105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43932" y="1920240"/>
            <a:ext cx="281848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7940" y="1984248"/>
            <a:ext cx="269046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208137" y="1920240"/>
            <a:ext cx="217614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72145" y="1984248"/>
            <a:ext cx="204812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49618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36816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19142" y="2450592"/>
            <a:ext cx="297906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150" y="2514600"/>
            <a:ext cx="285105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43932" y="2450592"/>
            <a:ext cx="28184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7940" y="2514600"/>
            <a:ext cx="26904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208137" y="2450592"/>
            <a:ext cx="217614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2145" y="2514600"/>
            <a:ext cx="204812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49618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36816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319142" y="3114080"/>
            <a:ext cx="297906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150" y="3178088"/>
            <a:ext cx="285105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In-progress items require provenance verifica…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43932" y="3114080"/>
            <a:ext cx="28184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7940" y="3178088"/>
            <a:ext cx="26904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208137" y="3114080"/>
            <a:ext cx="217614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72145" y="3178088"/>
            <a:ext cx="204812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49618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36816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19142" y="3777569"/>
            <a:ext cx="297906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150" y="3841577"/>
            <a:ext cx="285105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 explicit due date is provided for archivin…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343932" y="3777569"/>
            <a:ext cx="281848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7940" y="3841577"/>
            <a:ext cx="269046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208137" y="3777569"/>
            <a:ext cx="217614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2145" y="3841577"/>
            <a:ext cx="204812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4263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2982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49260" y="1920240"/>
            <a:ext cx="246453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3268" y="1984248"/>
            <a:ext cx="23365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59517" y="1920240"/>
            <a:ext cx="228952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23525" y="1984248"/>
            <a:ext cx="216150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94758" y="1920240"/>
            <a:ext cx="228952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8766" y="1984248"/>
            <a:ext cx="216150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4263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2982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49260" y="2450592"/>
            <a:ext cx="246453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3268" y="2514600"/>
            <a:ext cx="233652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59517" y="2450592"/>
            <a:ext cx="228952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3525" y="2514600"/>
            <a:ext cx="216150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94758" y="2450592"/>
            <a:ext cx="228952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8766" y="2514600"/>
            <a:ext cx="216150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4263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2982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249260" y="3114080"/>
            <a:ext cx="246453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3268" y="3178088"/>
            <a:ext cx="233652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759517" y="3114080"/>
            <a:ext cx="228952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23525" y="3178088"/>
            <a:ext cx="216150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94758" y="3114080"/>
            <a:ext cx="228952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58766" y="3178088"/>
            <a:ext cx="216150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34263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32982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Complete review of all evidence items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249260" y="3777569"/>
            <a:ext cx="246453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13268" y="3841577"/>
            <a:ext cx="233652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759517" y="3777569"/>
            <a:ext cx="228952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3525" y="3841577"/>
            <a:ext cx="216150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094758" y="3777569"/>
            <a:ext cx="228952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58766" y="3841577"/>
            <a:ext cx="216150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14236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66687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666872" cy="12236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85121"/>
            <a:ext cx="4666872" cy="10623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2208" y="2029968"/>
            <a:ext cx="5172071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2208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9952" y="2267712"/>
            <a:ext cx="469658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9952" y="2706624"/>
            <a:ext cx="4696583" cy="133543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No explicit due date is provided for archiving ev-002 or verifying provenance.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49952" y="4096922"/>
            <a:ext cx="4696583" cy="95056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Open-ended questions may require additional human reading when the docu…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Complete review of all evidence items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Complete review of all evidence items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