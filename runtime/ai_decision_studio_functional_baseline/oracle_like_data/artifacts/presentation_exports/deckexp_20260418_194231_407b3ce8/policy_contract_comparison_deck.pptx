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- The Access Review Evidence Log is a synthetic test artifact used to simulate incomplete evidence in a pilot review, while the Privileged Account Approval Email documents an actual governance action with enforceable compliance controls.  
- The Evidence Log highlights gaps in control closure due to missing provenance, whereas the Email specifies active access granted under defined operational and audit requirements.  
- Evidence Log is not a real compliance record but a testing tool; the Email is a formal governance artifact requiring archiving and revalidation.  
- The Evidence Log involves unresolved evidence items, while the Email mandates ongoing vendor and personnel verification for access continuity.  
- The Evidence Log’s purpose is to test process readiness; the Email operationalizes access controls within a compliance framework.  
- Control closure in the Evidence Log depends on provenance verification; compliance in the Email depends on sustained governance and audit readiness.</a:t>
            </a:r>
            <a:endParaRPr sz="12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is a synthetic test artifact used to simulat…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Evidence Log highlights gaps in control closure due to missing provenan…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Evidence Log is not a real compliance record but a testing tool; the Email…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Missing or incomplete evidence items prevent control closure until their provenance is verified. | The synthetic nature…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is conditional on operational constraints and audit trail integration. | Governance requires ongoing vendor and…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is a synthetic…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serves as a test artifact for…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Evidence Log highlights gaps in control closure…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serves as a test artifact for…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Log is not a real compliance record…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nature of the document indicates it is intended solely for testing…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Evidence Log involves unresolved evidence items, while…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serves as a test artifact for…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Evidence Log’s purpose is to test process…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serves as a test artifact for…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Control closure in the Evidence Log depends on…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Missing or incomplete evidence items prevent control closure until their provenan…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