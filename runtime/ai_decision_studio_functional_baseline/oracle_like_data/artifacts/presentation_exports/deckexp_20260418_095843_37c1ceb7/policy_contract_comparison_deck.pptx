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policy_contract_comparison_deck. Deck family: comparison. Sources: structured_result, document_agent_comparison.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Differences and impacts extracted from the document-comparison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decision framing for this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COMPARISON REVIEW OF GROUNDED DOCUMENT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12435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Policy / Contract Comparison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551176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comparison review of grounded document differences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47488" cy="19385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Executive Comparison:  
The Access Review Evidence Log highlights critical gaps in vendor access control documentation, specifically incomplete evidence (EV-002) that blocks control closure and risks audit non-compliance, while the Privileged Account Approval Email confirms conditional, governed access for specific administrators with strict usage and oversight requirements. Both documents emphasize control integrity, but the former exposes a deficiency requiring remediation, whereas the latter reflects an approved, governed access model under active oversight.
- Access Review Evidence Log identifies missing evidence (EV-002) blocking control closure; Privileged Account Approval Email confirms approved access with conditions.  
- Evidence gaps in the log require remediation; Privileged Account Approval Email reflects active governance with vendor verification and quarterly reviews.  
- Control closure depends on resolving incomplete evidence; Privileged access is maintained under strict usage and logging requirements.  
- The log focuses on audit readiness through documentation completeness; the email emphasizes ongoing oversight and conditional approval.  
- Missing evidence (EV-002) directly impacts compliance validation; Privileged access is governed by scope, logging, and vendor confirmation.  
- Both require documented processes, but the log addresses deficiencies, while the email confirms approved, monitored access.</a:t>
            </a:r>
            <a:endParaRPr sz="11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17336" y="1865376"/>
            <a:ext cx="3866943" cy="3127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7336" y="1865376"/>
            <a:ext cx="38669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36792" y="2084832"/>
            <a:ext cx="34280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36792" y="2414016"/>
            <a:ext cx="3428031" cy="23591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The Access Review Evidence Log highlights critical gaps in vendor access co…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Access Review Evidence Log identifies missing evidence (EV-002) blocking co…</a:t>
            </a:r>
            <a:endParaRPr sz="10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Evidence gaps in the log require remediation; Privileged Account Approval E…</a:t>
            </a:r>
            <a:endParaRPr sz="10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Compared docs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8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Comparison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35263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22461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175594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39602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27063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91071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Documents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678531" y="1920240"/>
            <a:ext cx="270574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42539" y="1984248"/>
            <a:ext cx="257773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175594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9602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927063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1071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678531" y="245059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42539" y="251460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Critical evidence gaps, particularly EV-002, directly impact control closure and require documented remediation. | Clea…</a:t>
            </a:r>
            <a:endParaRPr sz="7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291007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297408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document_summary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175594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39602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Summary of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27063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91071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678531" y="291007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42539" y="297408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Approval is conditional on strict usage scope and ongoing oversight to mitigate risk. | Governance requires vendor conf…</a:t>
            </a:r>
            <a:endParaRPr sz="7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36956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43357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175594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39602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Access Review Evidence Log highlights critical gaps…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927063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91071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678531" y="336956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42539" y="343357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is a synthetic record used to evaluate Q…</a:t>
            </a:r>
            <a:endParaRPr sz="7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3829050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3893058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175594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9602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 identifies missing evidence (EV-002)…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927063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91071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678531" y="3829050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42539" y="3893058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is a synthetic record used to evaluate Q…</a:t>
            </a:r>
            <a:endParaRPr sz="700" b="0" i="0">
              <a:latin typeface="Arial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77240" y="4288536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7" y="4352544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75594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39602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Evidence gaps in the log require remediation; Privileged…</a:t>
            </a:r>
            <a:endParaRPr sz="1000" b="0" i="0">
              <a:latin typeface="Arial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927063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91071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678531" y="4288536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42539" y="4352544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Critical evidence gaps, particularly EV-002, directly impact control closure and…</a:t>
            </a:r>
            <a:endParaRPr sz="700" b="0" i="0">
              <a:latin typeface="Arial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777240" y="4748022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7" y="4812030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identity_control_delta</a:t>
            </a:r>
            <a:endParaRPr sz="1000" b="0" i="0">
              <a:latin typeface="Arial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175594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39602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Control closure depends on resolving incomplete evidence; Privileged…</a:t>
            </a:r>
            <a:endParaRPr sz="1000" b="0" i="0">
              <a:latin typeface="Arial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5927063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91071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678531" y="4748022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42539" y="4812030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is a synthetic record used to evaluate Q…</a:t>
            </a:r>
            <a:endParaRPr sz="700" b="0" i="0">
              <a:latin typeface="Arial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77240" y="5207508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7" y="5271516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approval_change</a:t>
            </a:r>
            <a:endParaRPr sz="1000" b="0" i="0">
              <a:latin typeface="Arial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3175594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39602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log focuses on audit readiness through documentation…</a:t>
            </a:r>
            <a:endParaRPr sz="1000" b="0" i="0">
              <a:latin typeface="Arial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5927063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91071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8678531" y="5207508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42539" y="5271516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Clear ownership and status tracking are essential to ensure audit readiness and c…</a:t>
            </a:r>
            <a:endParaRPr sz="700" b="0" i="0">
              <a:latin typeface="Arial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77240" y="5666994"/>
            <a:ext cx="2352634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7" y="5731002"/>
            <a:ext cx="2224618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vendor_oversight_delta</a:t>
            </a:r>
            <a:endParaRPr sz="1000" b="0" i="0">
              <a:latin typeface="Arial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3175594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39602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evidence (EV-002) directly impacts compliance validation; Privileged…</a:t>
            </a:r>
            <a:endParaRPr sz="1000" b="0" i="0">
              <a:latin typeface="Arial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5927063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91071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 Review Evidence Log.pdf (pdf), Privileged Account Approval Email.pdf (pdf)</a:t>
            </a:r>
            <a:endParaRPr sz="1000" b="0" i="0">
              <a:latin typeface="Arial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678531" y="5666994"/>
            <a:ext cx="2705748" cy="40462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742539" y="5731002"/>
            <a:ext cx="2577732" cy="2766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203247"/>
                </a:solidFill>
                <a:latin typeface="Arial"/>
              </a:rPr>
              <a:t>Access Review Evidence Log.pdf (pdf): The Access Review Evidence Log (EVD-101) is a synthetic record used to evaluate Q…</a:t>
            </a:r>
            <a:endParaRPr sz="700" b="0" i="0">
              <a:latin typeface="Arial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06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551932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507644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5076444" cy="12728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34307"/>
            <a:ext cx="5076444" cy="1013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before…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21780" y="2029968"/>
            <a:ext cx="4762500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21780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9524" y="2267712"/>
            <a:ext cx="428701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9524" y="2706624"/>
            <a:ext cx="4287012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critical watchouts recorded for this slice.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Validate critical differences directly in the compared documents before consoli…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Comparison Review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