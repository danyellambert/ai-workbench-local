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1305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revisada introduz novas obrigações operacionais e ainda pede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10330" y="1865376"/>
            <a:ext cx="397394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10330" y="1865376"/>
            <a:ext cx="397394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48074" y="2103120"/>
            <a:ext cx="349846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48074" y="2432303"/>
            <a:ext cx="349846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Aprovação formal agora é mandatória.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Ainda falta owner explícito do controle anual.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Formal approval became mandatory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889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6091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11892" y="1920240"/>
            <a:ext cx="257117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75900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8786" y="1920240"/>
            <a:ext cx="257117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2794" y="1984248"/>
            <a:ext cx="244315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Documents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45679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9687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889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609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obligation_change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11892" y="2450592"/>
            <a:ext cx="25711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900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Formal approval became mandatory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8786" y="2450592"/>
            <a:ext cx="257117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794" y="2514600"/>
            <a:ext cx="244315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2025, Policy 2026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45679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9687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2026 / page 4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1456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3952820"/>
            <a:ext cx="4224527" cy="10580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247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Validação jurídica final ainda pendente.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472" y="4054221"/>
            <a:ext cx="4224527" cy="9566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legal_signoff_missing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