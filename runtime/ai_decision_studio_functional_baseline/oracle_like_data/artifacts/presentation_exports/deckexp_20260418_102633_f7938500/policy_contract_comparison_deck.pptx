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Executive Comparison:  
The Access Review Evidence Log (EVD-101) highlights critical gaps in evidence completeness for the Q1 2024 Northwind vendor-control review, directly blocking control closure due to missing or unverified items like EV-002 and EV-003. In contrast, the Privileged Account Approval Email confirms a formally approved, ongoing privileged access arrangement for Northwind support administrators, contingent on logging, operational constraints, and mandatory quarterly recertification to sustain compliance.
- Missing or unverified evidence items (e.g., EV-002, EV-003) prevent control closure in EVD-101.  
- Access in the Privileged Account Email is approved but requires strict adherence to logging and quarterly reviews.  
- EVD-101 evidence must include owner, review date, and control period linkage to be valid.  
- Privileged access is limited to support and break-fix activities under defined operational constraints.  
- Control closure in EVD-101 is blocked until missing evidence is resolved; access in the email remains active pending compliance.  
- Both documents tie access governance to audit readiness, but EVD-101 focuses on evidence gaps, while the email emphasizes procedural compliance for ongoing access.</a:t>
            </a:r>
            <a:endParaRPr sz="11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(EVD-101) highlights critical gaps in eviden…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Missing or unverified evidence items (e.g., EV-002, EV-003) prevent control…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Access in the Privileged Account Email is approved but requires strict adhe…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Critical evidence items are missing or unverified, directly impacting control closure. | Status designations (Received,…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Access is strictly limited to support and break-fix activities and must be logged within the Meridian system. | Quarter…</a:t>
            </a:r>
            <a:endParaRPr sz="8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(EVD-101) highlights critical…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is a synthetic document used to track ev…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unverified evidence items (e.g., EV-002, EV-003)…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Critical evidence items are missing or unverified, directly impacting control clo…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in the Privileged Account Email is approved…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EV-001: Quarterly access review, IT Operations, Received | Privileged Account App…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EVD-101 evidence must include owner, review date, and…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is a synthetic document used to track ev…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identity_control_delta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access is limited to support and break-fix…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document is a synthetic corporate artifact titled 'Access Review Evidence Log…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Control closure in EVD-101 is blocked until missing…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is a synthetic document used to track ev…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