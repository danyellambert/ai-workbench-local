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the vendor confirms the named personnel list before each quarter begins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0744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7943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30409" y="1920240"/>
            <a:ext cx="26876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417" y="1984248"/>
            <a:ext cx="25595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6374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774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687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087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0409" y="2450592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417" y="2514600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374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74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687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087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30409" y="3114080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417" y="3178088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374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774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687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087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30409" y="3777569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417" y="3841577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 Management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6374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774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9687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087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A03 — Confirm vendor list before each quarter begins</a:t>
            </a:r>
            <a:endParaRPr sz="13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Owner: Vendor Management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Owner: Vendor Management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0056" y="2084831"/>
            <a:ext cx="7201407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0328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056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05633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0563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032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03297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2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2329" y="1783080"/>
            <a:ext cx="33568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02329" y="2331720"/>
            <a:ext cx="33568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2329" y="2331720"/>
            <a:ext cx="335686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3497" y="2532888"/>
            <a:ext cx="29545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3497" y="2916936"/>
            <a:ext cx="29545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173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8646" y="1783080"/>
            <a:ext cx="34056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78646" y="2331720"/>
            <a:ext cx="3405633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8646" y="2331720"/>
            <a:ext cx="340563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814" y="2532888"/>
            <a:ext cx="30032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79814" y="2916936"/>
            <a:ext cx="3003297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Confirm vendor list before each quarter begins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