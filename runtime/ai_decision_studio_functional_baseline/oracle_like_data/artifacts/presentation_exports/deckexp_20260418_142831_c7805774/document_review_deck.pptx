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9933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register: 0 risk(s), 0 gap(s) and 0 mitigation action(s) identified.</a:t>
            </a:r>
            <a:endParaRPr sz="15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4717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7169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71691" cy="13267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88205"/>
            <a:ext cx="4671691" cy="9592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027" y="2029968"/>
            <a:ext cx="516725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027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4771" y="2267712"/>
            <a:ext cx="469176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54771" y="2706624"/>
            <a:ext cx="4691764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Document agent confidence below review threshold:0.680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54771" y="3985121"/>
            <a:ext cx="4691764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Estimated confidence below ideal (68%).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4014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