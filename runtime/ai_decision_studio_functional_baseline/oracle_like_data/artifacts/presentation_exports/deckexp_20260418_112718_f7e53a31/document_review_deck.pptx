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document_review_deck. Deck family: review. Sources: structured_result, document_agent.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Findings grounded in the structured/document-agent payload.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Decision framing for the grounded document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REVIEW OF THE LATEST GROUNDED DOCUMENT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Document Review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review of the latest grounded document analysis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393846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Q1 2024 Northwind vendor-control review: 2 risk(s), 0 gap(s) and 2 mitigation action(s) identified. Top risk: Missing evidence blocks control closure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491126" y="1865376"/>
            <a:ext cx="3893153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91126" y="1865376"/>
            <a:ext cx="389315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28870" y="2103120"/>
            <a:ext cx="341766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28870" y="2432303"/>
            <a:ext cx="3417665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Missing evidence blocks control closure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In-progress evidence may delay closure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Archive EV-002 artifact in approved repository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 count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Actions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No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Top 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60031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47230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Type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423277" y="1920240"/>
            <a:ext cx="276438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87285" y="1984248"/>
            <a:ext cx="263636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Finding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33383" y="1920240"/>
            <a:ext cx="2824899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97391" y="1984248"/>
            <a:ext cx="2696883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104002" y="1920240"/>
            <a:ext cx="228027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68010" y="1984248"/>
            <a:ext cx="215226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60031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47230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423277" y="2450592"/>
            <a:ext cx="276438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87285" y="2514600"/>
            <a:ext cx="263636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Missing evidence blocks control closure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33383" y="2450592"/>
            <a:ext cx="282489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7391" y="2514600"/>
            <a:ext cx="269688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Missing or in-progress items block control closure…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104002" y="2450592"/>
            <a:ext cx="228027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68010" y="2514600"/>
            <a:ext cx="215226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60031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47230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423277" y="3114080"/>
            <a:ext cx="276438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87285" y="3178088"/>
            <a:ext cx="263636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In-progress evidence may delay closure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233383" y="3114080"/>
            <a:ext cx="282489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97391" y="3178088"/>
            <a:ext cx="269688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EV-005 is in progress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104002" y="3114080"/>
            <a:ext cx="228027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8010" y="3178088"/>
            <a:ext cx="215226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07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plan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25811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313009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Action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081074" y="1920240"/>
            <a:ext cx="2489386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45082" y="1984248"/>
            <a:ext cx="236137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616180" y="1920240"/>
            <a:ext cx="2361189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80188" y="1984248"/>
            <a:ext cx="2233173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Due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023090" y="1920240"/>
            <a:ext cx="2361189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87098" y="1984248"/>
            <a:ext cx="2233173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325811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313009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Archive EV-002 artifact in approved repository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081074" y="2450592"/>
            <a:ext cx="248938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45082" y="2514600"/>
            <a:ext cx="236137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IT Operations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616180" y="2450592"/>
            <a:ext cx="236118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80188" y="2514600"/>
            <a:ext cx="223317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023090" y="2450592"/>
            <a:ext cx="236118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87098" y="2514600"/>
            <a:ext cx="223317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325811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313009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Verify provenance of missing evidence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081074" y="3114080"/>
            <a:ext cx="248938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45082" y="3178088"/>
            <a:ext cx="236137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Compliance Operations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616180" y="3114080"/>
            <a:ext cx="236118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80188" y="3178088"/>
            <a:ext cx="223317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023090" y="3114080"/>
            <a:ext cx="236118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87098" y="3178088"/>
            <a:ext cx="223317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07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257133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78164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781645" cy="122363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Archive EV-002 artifact in approved repository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3985121"/>
            <a:ext cx="4781645" cy="106236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Archive EV-002 artifact in approved repository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Verify provenance of missing evidence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326981" y="2029968"/>
            <a:ext cx="5057298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26981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4725" y="2267712"/>
            <a:ext cx="458181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64725" y="2706624"/>
            <a:ext cx="4581810" cy="1481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Open-ended questions may require additional human reading when the document has contextual ambiguity.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07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Archive EV-002 artifact in approved repository</a:t>
            </a:r>
            <a:endParaRPr sz="14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Verify provenance of missing evidence</a:t>
            </a:r>
            <a:endParaRPr sz="14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acting.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Archive EV-002 artifact in approved repository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Verify provenance of missing evidence</a:t>
            </a:r>
            <a:endParaRPr sz="14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Open the cited source excerpts to confirm the interpretation before acting.</a:t>
            </a:r>
            <a:endParaRPr sz="14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