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564454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3 structured role(s). Top strengths: Execution quality; Technical depth. Primary watchout: Validate leadership scope and production depth.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61734" y="1865376"/>
            <a:ext cx="3722545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61734" y="1865376"/>
            <a:ext cx="37225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9478" y="2103120"/>
            <a:ext cx="324705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99478" y="2432303"/>
            <a:ext cx="3247057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Execution quality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Technical depth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Leadership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29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7267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Execution quality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9958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9958" y="2331720"/>
            <a:ext cx="337267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9414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9414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Technical depth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9414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62676" y="2331720"/>
            <a:ext cx="322160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2676" y="2331720"/>
            <a:ext cx="322160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132" y="2551176"/>
            <a:ext cx="278269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132" y="2971800"/>
            <a:ext cx="278269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Leadership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132" y="4608576"/>
            <a:ext cx="278269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29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855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575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8491" y="1920240"/>
            <a:ext cx="23634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2499" y="1984248"/>
            <a:ext cx="22354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17709" y="1920240"/>
            <a:ext cx="23634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81717" y="1984248"/>
            <a:ext cx="22354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6927" y="1920240"/>
            <a:ext cx="31573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0935" y="1984248"/>
            <a:ext cx="30293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8491" y="2450592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2499" y="2514600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17709" y="2450592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1717" y="2514600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6927" y="2450592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935" y="2514600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08491" y="3114080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2499" y="3178088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17709" y="3114080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1717" y="3178088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6927" y="3114080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935" y="3178088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5855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4575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08491" y="3777569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2499" y="3841577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17709" y="3777569"/>
            <a:ext cx="23634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1717" y="3841577"/>
            <a:ext cx="22354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26927" y="3777569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0935" y="3841577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77718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30169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301694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Validate leadership scope and production depth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47030" y="2029968"/>
            <a:ext cx="553724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4703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4774" y="2267712"/>
            <a:ext cx="506176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4774" y="2706624"/>
            <a:ext cx="5061761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84774" y="4059936"/>
            <a:ext cx="5061761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scope and production depth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ownership…</a:t>
            </a:r>
            <a:endParaRPr sz="11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leadership scope and production depth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leadership scope and production depth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