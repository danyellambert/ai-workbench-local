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Export kind: document_review_deck. Deck family: review. Sources: structured_result, document_agent.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Executive summary consolidated from the product's grounded signals.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Findings grounded in the structured/document-agent payload.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Decision framing for the grounded document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REVIEW OF THE LATEST GROUNDED DOCUMENT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1264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63F"/>
                </a:solidFill>
                <a:latin typeface="Arial"/>
              </a:rPr>
              <a:t>AI Workbench Local — Document Review</a:t>
            </a:r>
            <a:endParaRPr sz="32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2240280"/>
            <a:ext cx="539496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Executive review of the latest grounded document analysis</a:t>
            </a:r>
            <a:endParaRPr sz="1300" b="0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01 / 07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summary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393846" cy="18105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Q1 2024 Northwind vendor-control review: 2 risk(s), 0 gap(s) and 4 mitigation action(s) identified. Top risk: Missing evidence blocks control closure</a:t>
            </a:r>
            <a:endParaRPr sz="15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491126" y="1865376"/>
            <a:ext cx="3893153" cy="299923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491126" y="1865376"/>
            <a:ext cx="389315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28870" y="2103120"/>
            <a:ext cx="341766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28870" y="2432303"/>
            <a:ext cx="3417665" cy="21945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Missing evidence blocks control closure</a:t>
            </a:r>
            <a:endParaRPr sz="11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In-progress evidence may not be verified in time</a:t>
            </a:r>
            <a:endParaRPr sz="11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Archive EV-002 artifact in approved repository</a:t>
            </a:r>
            <a:endParaRPr sz="11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02 / 07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snapshot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212848"/>
            <a:ext cx="250916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2</a:t>
            </a:r>
            <a:endParaRPr sz="24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Source count</a:t>
            </a:r>
            <a:endParaRPr sz="12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24144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4144" y="2212848"/>
            <a:ext cx="24377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3600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2</a:t>
            </a:r>
            <a:endParaRPr sz="24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43600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Findings</a:t>
            </a:r>
            <a:endParaRPr sz="12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99632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2212848"/>
            <a:ext cx="2437743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4</a:t>
            </a:r>
            <a:endParaRPr sz="2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19088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Actions</a:t>
            </a:r>
            <a:endParaRPr sz="1200" b="1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875119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75119" y="2212848"/>
            <a:ext cx="25091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457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No</a:t>
            </a:r>
            <a:endParaRPr sz="2400" b="1" i="0"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09457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Needs review</a:t>
            </a:r>
            <a:endParaRPr sz="1200" b="1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03 / 07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Top findings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2563162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2435146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Type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386122" y="1920240"/>
            <a:ext cx="2890664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50130" y="1984248"/>
            <a:ext cx="276264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Finding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322507" y="1920240"/>
            <a:ext cx="2772929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6515" y="1984248"/>
            <a:ext cx="2644913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Evidence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141157" y="1920240"/>
            <a:ext cx="2243122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5165" y="1984248"/>
            <a:ext cx="2115106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Owner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2563162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2435146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risk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386122" y="2450592"/>
            <a:ext cx="289066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0130" y="2514600"/>
            <a:ext cx="276264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Missing evidence blocks control closure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322507" y="2450592"/>
            <a:ext cx="2772929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6515" y="2514600"/>
            <a:ext cx="2644913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Missing or in-progress items block control closure…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141157" y="2450592"/>
            <a:ext cx="2243122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05165" y="2514600"/>
            <a:ext cx="2115106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3114080"/>
            <a:ext cx="2563162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178088"/>
            <a:ext cx="2435146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risk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386122" y="3114080"/>
            <a:ext cx="289066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50130" y="3178088"/>
            <a:ext cx="276264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In-progress evidence may not be verified in t…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322507" y="3114080"/>
            <a:ext cx="2772929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86515" y="3178088"/>
            <a:ext cx="2644913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EV-005 is in progress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9141157" y="3114080"/>
            <a:ext cx="2243122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05165" y="3178088"/>
            <a:ext cx="2115106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04 / 07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Action plan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3634236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350622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Action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457196" y="1920240"/>
            <a:ext cx="2418974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1204" y="1984248"/>
            <a:ext cx="229095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Owner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921891" y="1920240"/>
            <a:ext cx="2208334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85899" y="1984248"/>
            <a:ext cx="208031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Due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175945" y="1920240"/>
            <a:ext cx="2208334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9953" y="1984248"/>
            <a:ext cx="208031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Status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3634236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3506220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Archive EV-002 artifact in approved repository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457196" y="2450592"/>
            <a:ext cx="241897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1204" y="2514600"/>
            <a:ext cx="229095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IT Operations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921891" y="2450592"/>
            <a:ext cx="220833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85899" y="2514600"/>
            <a:ext cx="208031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175945" y="2450592"/>
            <a:ext cx="220833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9953" y="2514600"/>
            <a:ext cx="208031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pending</a:t>
            </a:r>
            <a:endParaRPr sz="10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3114080"/>
            <a:ext cx="3634236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178088"/>
            <a:ext cx="3506220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Verify provenance of missing evidence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457196" y="3114080"/>
            <a:ext cx="241897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1204" y="3178088"/>
            <a:ext cx="229095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Compliance Operations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921891" y="3114080"/>
            <a:ext cx="220833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85899" y="3178088"/>
            <a:ext cx="208031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9175945" y="3114080"/>
            <a:ext cx="220833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39953" y="3178088"/>
            <a:ext cx="208031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pending</a:t>
            </a:r>
            <a:endParaRPr sz="1000" b="0" i="0">
              <a:latin typeface="Arial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77240" y="3777569"/>
            <a:ext cx="3634236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7" y="3841577"/>
            <a:ext cx="3506220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Complete access review for privileged vendor accounts</a:t>
            </a:r>
            <a:endParaRPr sz="1000" b="0" i="0">
              <a:latin typeface="Arial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4457196" y="3777569"/>
            <a:ext cx="241897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21204" y="3841577"/>
            <a:ext cx="229095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Operations Director</a:t>
            </a:r>
            <a:endParaRPr sz="1000" b="0" i="0">
              <a:latin typeface="Arial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921891" y="3777569"/>
            <a:ext cx="220833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85899" y="3841577"/>
            <a:ext cx="208031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9175945" y="3777569"/>
            <a:ext cx="220833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39953" y="3841577"/>
            <a:ext cx="208031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pending</a:t>
            </a:r>
            <a:endParaRPr sz="1000" b="0" i="0">
              <a:latin typeface="Arial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777240" y="4441057"/>
            <a:ext cx="3634236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7" y="4505065"/>
            <a:ext cx="3506220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Finalize privileged activity log for Jan-Mar 2024</a:t>
            </a:r>
            <a:endParaRPr sz="1000" b="0" i="0">
              <a:latin typeface="Arial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4457196" y="4441057"/>
            <a:ext cx="241897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21204" y="4505065"/>
            <a:ext cx="229095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Security Engineering</a:t>
            </a:r>
            <a:endParaRPr sz="1000" b="0" i="0">
              <a:latin typeface="Arial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6921891" y="4441057"/>
            <a:ext cx="220833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85899" y="4505065"/>
            <a:ext cx="208031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9175945" y="4441057"/>
            <a:ext cx="220833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39953" y="4505065"/>
            <a:ext cx="208031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received</a:t>
            </a:r>
            <a:endParaRPr sz="1000" b="0" i="0">
              <a:latin typeface="Arial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05 / 07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Recommendation vs watchouts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029968"/>
            <a:ext cx="5257133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29968"/>
            <a:ext cx="73152" cy="3255264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3" y="2267712"/>
            <a:ext cx="4781645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Recommendation</a:t>
            </a:r>
            <a:endParaRPr sz="16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14983" y="2706624"/>
            <a:ext cx="4781645" cy="122363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Archive EV-002 artifact in approved repository</a:t>
            </a:r>
            <a:endParaRPr sz="15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14983" y="3985121"/>
            <a:ext cx="4781645" cy="106236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Archive EV-002 artifact in approved repository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Verify provenance of missing evidence</a:t>
            </a:r>
            <a:endParaRPr sz="1100" b="0" i="0"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326981" y="2029968"/>
            <a:ext cx="5057298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26981" y="2029968"/>
            <a:ext cx="73152" cy="3255264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4725" y="2267712"/>
            <a:ext cx="458181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Watchouts</a:t>
            </a:r>
            <a:endParaRPr sz="1600" b="1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64725" y="2706624"/>
            <a:ext cx="4581810" cy="1481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Open-ended questions may require additional human reading when the document has contextual ambiguity.</a:t>
            </a:r>
            <a:endParaRPr sz="1500" b="0" i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06 / 07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Next steps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3063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03247"/>
                </a:solidFill>
                <a:latin typeface="Arial"/>
              </a:rPr>
              <a:t>• Archive EV-002 artifact in approved repository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03247"/>
                </a:solidFill>
                <a:latin typeface="Arial"/>
              </a:rPr>
              <a:t>• Verify provenance of missing evidence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03247"/>
                </a:solidFill>
                <a:latin typeface="Arial"/>
              </a:rPr>
              <a:t>• Complete access review for privileged vendor accounts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03247"/>
                </a:solidFill>
                <a:latin typeface="Arial"/>
              </a:rPr>
              <a:t>• Finalize privileged activity log for Jan-Mar 2024</a:t>
            </a:r>
            <a:endParaRPr sz="13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6951" y="1216152"/>
            <a:ext cx="3511296" cy="1700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Archive EV-002 artifact in approved repository</a:t>
            </a:r>
            <a:endParaRPr sz="13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16951" y="3007960"/>
            <a:ext cx="3511296" cy="22224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14263F"/>
                </a:solidFill>
                <a:latin typeface="Arial"/>
              </a:rPr>
              <a:t>• Verify provenance of missing evidence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14263F"/>
                </a:solidFill>
                <a:latin typeface="Arial"/>
              </a:rPr>
              <a:t>• Complete access review for privileged vendor accounts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14263F"/>
                </a:solidFill>
                <a:latin typeface="Arial"/>
              </a:rPr>
              <a:t>• Finalize privileged activity log for Jan-Mar 2024</a:t>
            </a:r>
            <a:endParaRPr sz="13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07 / 07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