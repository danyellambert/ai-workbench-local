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the vendor confirms the named personnel list before each quarter begins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Monitor for changes to named administrators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In Progress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914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634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14405" y="1920240"/>
            <a:ext cx="266956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413" y="1984248"/>
            <a:ext cx="254155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29694" y="1920240"/>
            <a:ext cx="24714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3702" y="1984248"/>
            <a:ext cx="23433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46820" y="1920240"/>
            <a:ext cx="253746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828" y="1984248"/>
            <a:ext cx="240944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914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634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14405" y="2450592"/>
            <a:ext cx="26695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8413" y="2514600"/>
            <a:ext cx="25415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29694" y="2450592"/>
            <a:ext cx="24714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702" y="2514600"/>
            <a:ext cx="23433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46820" y="2450592"/>
            <a:ext cx="25374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0828" y="2514600"/>
            <a:ext cx="24094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914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634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14405" y="3114080"/>
            <a:ext cx="26695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8413" y="3178088"/>
            <a:ext cx="25415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29694" y="3114080"/>
            <a:ext cx="24714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3702" y="3178088"/>
            <a:ext cx="23433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46820" y="3114080"/>
            <a:ext cx="25374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0828" y="3178088"/>
            <a:ext cx="24094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914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634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14405" y="3777569"/>
            <a:ext cx="26695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8413" y="3841577"/>
            <a:ext cx="25415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 Management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29694" y="3777569"/>
            <a:ext cx="24714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3702" y="3841577"/>
            <a:ext cx="23433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46820" y="3777569"/>
            <a:ext cx="25374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0828" y="3841577"/>
            <a:ext cx="24094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Monitor for changes to named administrators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In Progress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Monitor for changes to named administrators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In Progress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A03 — Verify vendor confirmation of personnel list before eac…</a:t>
            </a:r>
            <a:endParaRPr sz="13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Owner: Vendor Management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Owner: Vendor Management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7879" y="2084831"/>
            <a:ext cx="7185761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815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7975" y="1783080"/>
            <a:ext cx="33255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7975" y="2331720"/>
            <a:ext cx="332556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7975" y="2331720"/>
            <a:ext cx="332556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9143" y="2532888"/>
            <a:ext cx="29232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9143" y="2916936"/>
            <a:ext cx="292323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Monitor for changes to named administrators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63912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300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6300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300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416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416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Verify vendor confirmation of personnel list before eac…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A03 — Verify vendor confirmation of personnel list before eac…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Monitor for changes to named administrators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