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Top candidate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evidence highlights supporting the candidate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Candidate gaps versus hiring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Candidate Review · Sarah Chen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hiring summary grounded in cv_analysis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Sarah Chen presents as a hiring profile centered on Senior ML Engineer · Transformer architectures, Instruction tuning from San Francisco, CA. Grounded evidence suggests about 5.0 year(s) of experience across 6 structured role(s). Top strengths: Strong record in transformer-based workloads, large-scale inference, and technical leadership; Technical leadership for small ML teams, mentorship, and cross-functional delivery. Primary watchout: No explicit mention of specific product thinking or scope in current roles..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Strong record in transformer-based workloads, large-scale inference, and te…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Technical leadership for small ML teams, mentorship, and cross-functional d…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Experience with production ML systems serving over 10M daily predictions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5.0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years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11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Skills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Languages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6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entries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Strengths snapshot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3588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35884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7969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79697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Strong record in transformer-based workloads, large-scale inference,…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79697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33164" y="2331720"/>
            <a:ext cx="3339607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3164" y="2331720"/>
            <a:ext cx="333960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2620" y="2551176"/>
            <a:ext cx="290069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52620" y="2971800"/>
            <a:ext cx="2900695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Technical leadership for small ML teams, mentorship, and cross-functi…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52620" y="4608576"/>
            <a:ext cx="29006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92811" y="2331720"/>
            <a:ext cx="339146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2811" y="2331720"/>
            <a:ext cx="339146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2267" y="2551176"/>
            <a:ext cx="295255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3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12267" y="2971800"/>
            <a:ext cx="295255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Experience with production ML systems serving over 10M daily predicti…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12267" y="4608576"/>
            <a:ext cx="29525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Evidence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320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3040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55048" y="1920240"/>
            <a:ext cx="362769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9056" y="1984248"/>
            <a:ext cx="349968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Value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8465" y="1920240"/>
            <a:ext cx="34558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2473" y="1984248"/>
            <a:ext cx="33277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Detail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Experience</a:t>
            </a:r>
            <a:endParaRPr sz="10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55048" y="2450592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9056" y="2514600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5.0 years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28465" y="2450592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473" y="2514600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6 structured role(s)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Core skills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55048" y="3114080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9056" y="3178088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Transformer architectures, Instruction tuning, Evaluation design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28465" y="3114080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2473" y="3178088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11 mapped skill(s)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77569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841577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Recent anchor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5048" y="3777569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9056" y="3841577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28465" y="3777569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473" y="3841577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Experience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8017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5216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Role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03137" y="1920240"/>
            <a:ext cx="234817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67145" y="1984248"/>
            <a:ext cx="222016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Organization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97033" y="1920240"/>
            <a:ext cx="261229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61041" y="1984248"/>
            <a:ext cx="248427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Date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55046" y="1920240"/>
            <a:ext cx="292923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19054" y="1984248"/>
            <a:ext cx="280121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80177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52161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03137" y="2450592"/>
            <a:ext cx="2348176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7145" y="2514600"/>
            <a:ext cx="2220160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97033" y="2450592"/>
            <a:ext cx="2612293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1041" y="2514600"/>
            <a:ext cx="2484277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455046" y="2450592"/>
            <a:ext cx="2929233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9054" y="2514600"/>
            <a:ext cx="2801217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Led RLHF and evaluation pipeline improvements for enterprise language-assistance products; reduced training and evaluat…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083190"/>
            <a:ext cx="2580177" cy="575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47198"/>
            <a:ext cx="2452161" cy="447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ML Engineer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03137" y="3083190"/>
            <a:ext cx="2348176" cy="575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7145" y="3147198"/>
            <a:ext cx="2220160" cy="447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Atlas Data Robotics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97033" y="3083190"/>
            <a:ext cx="2612293" cy="575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61041" y="3147198"/>
            <a:ext cx="2484277" cy="447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455046" y="3083190"/>
            <a:ext cx="2929233" cy="575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19054" y="3147198"/>
            <a:ext cx="2801217" cy="447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Built data quality scoring and annotation automation for large-scale ML workflows; supported high-throughput inference…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13295"/>
            <a:ext cx="2580177" cy="57274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777303"/>
            <a:ext cx="2452161" cy="444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Research Engineer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403137" y="3713295"/>
            <a:ext cx="2348176" cy="57274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45" y="3777303"/>
            <a:ext cx="2220160" cy="444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Northstar Research Labs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97033" y="3713295"/>
            <a:ext cx="2612293" cy="57274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1041" y="3777303"/>
            <a:ext cx="2484277" cy="444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455046" y="3713295"/>
            <a:ext cx="2929233" cy="57274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19054" y="3777303"/>
            <a:ext cx="2801217" cy="444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Contributed to transformer-model experiments, published two peer-reviewed papers on attention mechanisms, and mentored…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340906"/>
            <a:ext cx="2580177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404914"/>
            <a:ext cx="2452161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403137" y="4340906"/>
            <a:ext cx="2348176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67145" y="4404914"/>
            <a:ext cx="2220160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797033" y="4340906"/>
            <a:ext cx="261229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61041" y="4404914"/>
            <a:ext cx="248427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455046" y="4340906"/>
            <a:ext cx="292923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19054" y="4404914"/>
            <a:ext cx="280121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936097"/>
            <a:ext cx="2580177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000105"/>
            <a:ext cx="2452161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403137" y="4936097"/>
            <a:ext cx="2348176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67145" y="5000105"/>
            <a:ext cx="2220160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797033" y="4936097"/>
            <a:ext cx="261229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61041" y="5000105"/>
            <a:ext cx="248427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455046" y="4936097"/>
            <a:ext cx="292923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19054" y="5000105"/>
            <a:ext cx="280121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5531288"/>
            <a:ext cx="2580177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5595296"/>
            <a:ext cx="2452161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403137" y="5531288"/>
            <a:ext cx="2348176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67145" y="5595296"/>
            <a:ext cx="2220160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797033" y="5531288"/>
            <a:ext cx="261229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61041" y="5595296"/>
            <a:ext cx="248427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455046" y="5531288"/>
            <a:ext cx="292923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19054" y="5595296"/>
            <a:ext cx="280121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Gaps vs hiring thesis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5829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828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Gaps / risks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82810" cy="133543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No explicit mention of specific product thinking or scope in current roles.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96922"/>
            <a:ext cx="4582810" cy="9505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Limited details on personal projects or contributions outside professio…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28146" y="2029968"/>
            <a:ext cx="525613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814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5890" y="2267712"/>
            <a:ext cx="478064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Hiring thesis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65890" y="2706624"/>
            <a:ext cx="4780645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Advance to the next stage with focused validation of leadership, scope and business impact.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65890" y="4059936"/>
            <a:ext cx="4780645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no explicit mention of specific product thinking or scope in c…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limited details on personal projects or contributions outside…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no explicit mention of specific product thinking or scope in current r…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limited details on personal projects or contributions outside professi…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Probe measurable scope, business impact and cross-functional ownership in inter…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delivery depth with concrete examples of architecture, execution and b…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Validate no explicit mention of specific product thinking or scope in current r…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Validate limited details on personal projects or contributions outside professi…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Probe measurable scope, business impact and cross-functional ownership in inter…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Validate delivery depth with concrete examples of architecture, execution and b…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