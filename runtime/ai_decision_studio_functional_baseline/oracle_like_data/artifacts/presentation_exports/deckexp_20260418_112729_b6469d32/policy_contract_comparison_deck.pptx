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**Executive Comparison:**  
The Access Review Evidence Log highlights gaps in evidence archiving that prevent control closure, while the Privileged Account Approval Email establishes a conditional, time-bound access arrangement with strict operational and review requirements. The former underscores a compliance dependency on artifact completeness, whereas the latter defines a controlled, auditable access model with explicit governance conditions.
- Access Review Evidence Log requires archiving of missing evidence to close control; Privileged Account Approval mandates quarterly verification and usage restrictions.  
- Evidence gaps block control closure; Access approval is contingent on limited scope and revalidation for changes.  
- Repository archiving is a compliance prerequisite; Usage is restricted to ticketed support and break-fix tasks only.  
- Missing evidence items must be verified and archived; Personnel must be re-verified before each quarter.  
- Control closure depends on evidence completeness; Access remains conditional and subject to audit.  
- Evidence status impacts control status; Access requires strict adherence to defined operational boundaries.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highlights gaps in evidence archiving that p…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requires archiving of missing evidence to close…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Evidence gaps block control closure; Access approval is contingent on limit…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items must be archived in the approved repository to satisfy control requirements. | The presence of…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being limited to ticketed support and break-fix tasks only. | Vendor must verify personnel bef…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highlights gaps 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requires archiving of missing…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gaps block control closure; Access approval is…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Repository archiving is a compliance prerequisite; Usage is…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evidence items must be verified and archived;…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depends on evidence completeness; Access remains…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the Q1 2024 Northwin…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