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document_review_deck. Deck family: review. Sources: structured_result, document_agent.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Findings grounded in the structured/document-agent payload.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Decision framing for the grounded document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Document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31422" cy="1810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Access Review Evidence Log for Q1 2024 Northwind vendor-control review: 2 risk(s), 0 gap(s) and 3 mitigation action(s) identified. Top risk: Missing evidence blocks control closure until provenance is verified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28702" y="1865376"/>
            <a:ext cx="3855577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8702" y="1865376"/>
            <a:ext cx="3855577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66446" y="2103120"/>
            <a:ext cx="338008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66446" y="2432303"/>
            <a:ext cx="3380089" cy="2194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Missing evidence blocks control closure until provenance is verified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EV-002 is missing and must be satisfied by attached email-export artifact o…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Archive email-export artifact for EV-002 in approved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 count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3232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Top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567868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20240"/>
            <a:ext cx="2567868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002536"/>
            <a:ext cx="240327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9116" y="1920240"/>
            <a:ext cx="2845379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09116" y="1920240"/>
            <a:ext cx="2845379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91412" y="2002536"/>
            <a:ext cx="268078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18504" y="1920240"/>
            <a:ext cx="2845379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18504" y="1920240"/>
            <a:ext cx="2845379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002536"/>
            <a:ext cx="268078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27891" y="1920240"/>
            <a:ext cx="2156388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27891" y="1920240"/>
            <a:ext cx="2156388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10187" y="2002536"/>
            <a:ext cx="19917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487168"/>
            <a:ext cx="2567868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2569464"/>
            <a:ext cx="240327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9116" y="2487168"/>
            <a:ext cx="2845379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91412" y="2569464"/>
            <a:ext cx="2680787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Missing evidence blocks control closure until…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18504" y="2487168"/>
            <a:ext cx="2845379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569464"/>
            <a:ext cx="2680787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Missing or in-progress items block control closure…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27891" y="2487168"/>
            <a:ext cx="2156388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10187" y="2569464"/>
            <a:ext cx="199179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127248"/>
            <a:ext cx="2567868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3209544"/>
            <a:ext cx="240327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09116" y="3127248"/>
            <a:ext cx="2845379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91412" y="3209544"/>
            <a:ext cx="2680787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EV-002 is missing and must be satisfied by at…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18504" y="3127248"/>
            <a:ext cx="2845379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209544"/>
            <a:ext cx="2680787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EV-002 is satisfied by the attached email-export ar…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27891" y="3127248"/>
            <a:ext cx="2156388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10187" y="3209544"/>
            <a:ext cx="199179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3232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559484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20240"/>
            <a:ext cx="3559484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002536"/>
            <a:ext cx="339489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0732" y="1920240"/>
            <a:ext cx="2393030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00732" y="1920240"/>
            <a:ext cx="2393030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3028" y="2002536"/>
            <a:ext cx="222843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7771" y="1920240"/>
            <a:ext cx="2231250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7771" y="1920240"/>
            <a:ext cx="2231250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0067" y="2002536"/>
            <a:ext cx="206665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53029" y="1920240"/>
            <a:ext cx="2231250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53029" y="1920240"/>
            <a:ext cx="2231250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325" y="2002536"/>
            <a:ext cx="206665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487168"/>
            <a:ext cx="3559484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2569464"/>
            <a:ext cx="339489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Archive email-export artifact for EV-002 in approved repository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0732" y="2487168"/>
            <a:ext cx="2393030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3028" y="2569464"/>
            <a:ext cx="222843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IT Operations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7771" y="2487168"/>
            <a:ext cx="2231250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0067" y="2569464"/>
            <a:ext cx="206665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53029" y="2487168"/>
            <a:ext cx="2231250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325" y="2569464"/>
            <a:ext cx="206665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127248"/>
            <a:ext cx="3559484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3209544"/>
            <a:ext cx="339489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Verify provenance of missing evidence items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00732" y="3127248"/>
            <a:ext cx="2393030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3028" y="3209544"/>
            <a:ext cx="222843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7771" y="3127248"/>
            <a:ext cx="2231250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0067" y="3209544"/>
            <a:ext cx="206665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53029" y="3127248"/>
            <a:ext cx="2231250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325" y="3209544"/>
            <a:ext cx="206665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3767328"/>
            <a:ext cx="3559484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3849624"/>
            <a:ext cx="339489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Complete verification of all evidence items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00732" y="3767328"/>
            <a:ext cx="2393030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3028" y="3849624"/>
            <a:ext cx="222843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7771" y="3767328"/>
            <a:ext cx="2231250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0067" y="3849624"/>
            <a:ext cx="206665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53029" y="3767328"/>
            <a:ext cx="2231250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325" y="3849624"/>
            <a:ext cx="206665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76656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305540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941832" y="2249424"/>
            <a:ext cx="1481328" cy="0"/>
          </a:xfrm>
          <a:prstGeom prst="line">
            <a:avLst/>
          </a:prstGeom>
          <a:ln w="1143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4983" y="2267712"/>
            <a:ext cx="48300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3" y="2706624"/>
            <a:ext cx="4830052" cy="1244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Archive email-export artifact for EV-002 in approved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4005872"/>
            <a:ext cx="4830052" cy="1041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Archive email-export artifact for EV-002 in approved repository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Verify provenance of missing evidence items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75388" y="2029968"/>
            <a:ext cx="5008891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75388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3132" y="2267712"/>
            <a:ext cx="453340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3132" y="2706624"/>
            <a:ext cx="4533403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Open-ended questions may require additional human reading when the document has contextual ambiguity.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Archive email-export artifact for EV-002 in approved repository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Verify provenance of missing evidence items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Complete verification of all evidence items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Archive email-export artifact for EV-002 in approved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Verify provenance of missing evidence items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Complete verification of all evidence items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Open the cited source excerpts to confirm the interpretation before acting.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