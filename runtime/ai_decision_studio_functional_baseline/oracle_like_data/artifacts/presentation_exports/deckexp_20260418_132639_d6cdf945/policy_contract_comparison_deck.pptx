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Access Review Evidence Log and the Privileged Account Approval Email address distinct control objectives: the former focuses on verifying the completeness and provenance of vendor access evidence for closure, while the latter governs conditional, time-bound privileged access with usage limits and mandatory logging for specific personnel.  
- Access Review Evidence Log requires closure of evidence items only after verifying provenance and completeness, with missing items blocking closure.  
- Privileged Account Approval Email mandates strict usage limits, mandatory logging, and quarterly vendor recertification for approved personnel.  
- Evidence Log is synthetic and intended for testing, not real-world audit use; Privileged Account Approval Email is an operational directive for live access management.  
- Evidence Log tracks five discrete evidence items with statuses and repository locations; Privileged Account Approval Email applies to two named administrators under a pilot program.  
- Control closure in Evidence Log depends on archival completeness; Privileged Account Approval Email requires ongoing compliance with logging and vendor validation.  
- Evidence Log addresses vendor access controls broadly; Privileged Account Approval Email targets specific personnel with scoped, temporary access.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and the Privileged Account Approval Email ad…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requires closure of evidence items only after ve…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Privileged Account Approval Email mandates strict usage limits, mandatory l…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Control closure depends on verified provenance of all evidence items, with missing or incomplete items preventing closu…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narrow task scoping and continuous logging integration. | Quarterly recertification and vendor…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and the Privileged…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track and…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requires closure of evidence…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track and…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 mandates strict usage limits,…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EV-002 is satisfied by the attached email-export artifact once archived in the ap…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is synthetic and intended for testing,…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nature of the document indicates it is intended for testing and eva…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tracks five discrete evidence items with…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track and…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Evidence Log depends on archival…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track and…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