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in the current Action Plan run and cited document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Concise executive framing for the grounded action plan and execution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Priority actions grouped from the current grounded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Use the paired action-detail slide for full task wording and source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[EVIDENCE] Source: Privileged Account Approval Email.pdf | Evidence: Please archive this approval with the Q1 access-review evidence pack
[A02] Source: Privileged Account Approval Email.pdf | Evidence: If either named administrator changes, this approval must be revalidated before access is retained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sequence derived from the current action plan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blockers and concrete mitigation actions from the current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Operational action plan grounded in current action backlog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2229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2 open action(s) remain in the current plan and now require explicit owner follow-through, evidence closure and sequencing into the next operating review.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09509" y="1865376"/>
            <a:ext cx="3874770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09509" y="1865376"/>
            <a:ext cx="387477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47253" y="2103120"/>
            <a:ext cx="339928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47253" y="2432303"/>
            <a:ext cx="3399282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2 total actions are tracked in the current plan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There are open actions without a defined owner.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2 action(s) include owner, due date or status context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Total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Overdue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Approval required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Priority workstreams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363850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36385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92493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924938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Archive approval with Q1 access-review evidence pack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92493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Compliance Operations • - • Open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61130" y="2331720"/>
            <a:ext cx="3225415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61130" y="2331720"/>
            <a:ext cx="3225415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586" y="2551176"/>
            <a:ext cx="2786503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80586" y="2971800"/>
            <a:ext cx="2786503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Revalidate approval if named administrator changes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80586" y="4608576"/>
            <a:ext cx="278650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- • - • Open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06585" y="2331720"/>
            <a:ext cx="3377694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6585" y="2331720"/>
            <a:ext cx="3377694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6041" y="2551176"/>
            <a:ext cx="2938782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Evidence posture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6041" y="2971800"/>
            <a:ext cx="2938782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There are open actions without a defined owner.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6041" y="4608576"/>
            <a:ext cx="29387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Grounded review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83972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71170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Ref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62680" y="1920240"/>
            <a:ext cx="259079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26688" y="1984248"/>
            <a:ext cx="246278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99200" y="1920240"/>
            <a:ext cx="251968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63208" y="1984248"/>
            <a:ext cx="239166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64599" y="1920240"/>
            <a:ext cx="251968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28607" y="1984248"/>
            <a:ext cx="239166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83972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71170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EVIDENCE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62680" y="2450592"/>
            <a:ext cx="259079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6688" y="2514600"/>
            <a:ext cx="246278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99200" y="2450592"/>
            <a:ext cx="251968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3208" y="2514600"/>
            <a:ext cx="239166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64599" y="2450592"/>
            <a:ext cx="251968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28607" y="2514600"/>
            <a:ext cx="239166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83972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71170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A02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62680" y="3114080"/>
            <a:ext cx="259079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26688" y="3178088"/>
            <a:ext cx="246278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99200" y="3114080"/>
            <a:ext cx="251968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3208" y="3178088"/>
            <a:ext cx="239166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64599" y="3114080"/>
            <a:ext cx="251968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28607" y="3178088"/>
            <a:ext cx="239166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08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139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98952"/>
            <a:ext cx="6263640" cy="1796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Compliance Operations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-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Compliance Operations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A02 — Revalidate approval if named administrator changes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-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Execution timeline</a:t>
            </a:r>
            <a:endParaRPr sz="2800" b="1" i="0"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3399409" y="2084831"/>
            <a:ext cx="5413248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3289681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24433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P1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5244338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524433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484200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1</a:t>
            </a:r>
            <a:endParaRPr sz="14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916936"/>
            <a:ext cx="4842002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EVIDENCE · Archive approval with Q1 access-review evidence pack</a:t>
            </a:r>
            <a:endParaRPr sz="1100" b="0" i="0"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8702929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1034" y="1783080"/>
            <a:ext cx="514324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P2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41034" y="2331720"/>
            <a:ext cx="5143245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1034" y="2331720"/>
            <a:ext cx="5143245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2202" y="2532888"/>
            <a:ext cx="474090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2</a:t>
            </a:r>
            <a:endParaRPr sz="1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42202" y="2916936"/>
            <a:ext cx="4740909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A02 ·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Blockers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98517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50969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Blockers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509690" cy="1244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There are open actions without a defined owner.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05872"/>
            <a:ext cx="4509690" cy="1041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5026" y="2029968"/>
            <a:ext cx="532925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55026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2770" y="2267712"/>
            <a:ext cx="485376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92770" y="2706624"/>
            <a:ext cx="4853765" cy="131417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Execute the named actions in order, close cited evidence gaps and confirm approval dependencies before closure.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92770" y="4075661"/>
            <a:ext cx="4853765" cy="9718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08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