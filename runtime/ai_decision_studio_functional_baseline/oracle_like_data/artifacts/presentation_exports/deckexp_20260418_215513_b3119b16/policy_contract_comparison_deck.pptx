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policy_contract_comparison_deck. Deck family: comparison. Sources: structured_result, document_agent_comparison.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Differences and impacts extracted from the document-comparison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decision framing for this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COMPARISON REVIEW OF GROUNDED DOCUMENT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Policy / Contract Comparison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comparison review of grounded document differences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47488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Executive Comparison:  
The Access Review Evidence Log establishes a formal, time-bound control closure requirement for Q1 2024 vendor reviews, mandating complete evidence archiving with strict ownership and linkage to control periods, while the Privileged Account Approval Email governs conditional, time-bound access for specific personnel with quarterly revalidation obligations tied to vendor accountability.
- Access Review Evidence Log requires permanent archival of evidence in an approved repository to close controls; Privileged Account Approval is time-bound and requires quarterly revalidation.  
- Access Review Evidence Log mandates explicit linkage of evidence to control periods and ownership; Privileged Account Approval ties access to specific personnel and operational scope.  
- Access Review Evidence Log prohibits final control closure if evidence is missing or pending; Privileged Account Approval requires revalidation upon personnel changes.  
- Access Review Evidence Log is a formal evidence register for control validation; Privileged Account Approval is an operational email with conditional governance terms.  
- Access Review Evidence Log applies to vendor-control reviews broadly; Privileged Account Approval targets specific administrator access within a pilot program.  
- Access Review Evidence Log is synthetic and for testing; Privileged Account Approval is an actual governance action with compliance conditions.</a:t>
            </a:r>
            <a:endParaRPr sz="11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7336" y="1865376"/>
            <a:ext cx="3866943" cy="3127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7336" y="1865376"/>
            <a:ext cx="38669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36792" y="2084832"/>
            <a:ext cx="34280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36792" y="2414016"/>
            <a:ext cx="3428031" cy="2359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The Access Review Evidence Log establishes a formal, time-bound control clo…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Access Review Evidence Log requires permanent archival of evidence in an ap…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Access Review Evidence Log mandates explicit linkage of evidence to control…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Compared docs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8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Comparison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35263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22461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175594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39602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27063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91071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Documents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78531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2539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175594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9602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27063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1071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78531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42539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Critical evidence items such as EV-002 must be archived in the approved repository to satisfy the control. | The synthe…</a:t>
            </a:r>
            <a:endParaRPr sz="8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291007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297408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175594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9602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27063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91071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678531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42539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Approval is conditional and time-bound, tied to specific operational and compliance requirements. | Governance relies o…</a:t>
            </a:r>
            <a:endParaRPr sz="7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36956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43357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175594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39602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Access Review Evidence Log establishes a formal,…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927063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91071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678531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42539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documents the evidence register for the…</a:t>
            </a:r>
            <a:endParaRPr sz="7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3829050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3893058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175594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9602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 requires permanent archival of…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927063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91071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678531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42539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documents the evidence register for the…</a:t>
            </a:r>
            <a:endParaRPr sz="7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4288536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4352544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75594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39602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 mandates explicit linkage of…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927063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91071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678531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42539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documents the evidence register for the…</a:t>
            </a:r>
            <a:endParaRPr sz="700" b="0" i="0"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77240" y="474802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7" y="481203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175594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39602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 prohibits final control closure…</a:t>
            </a:r>
            <a:endParaRPr sz="1000" b="0" i="0">
              <a:latin typeface="Arial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927063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91071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678531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42539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documents the evidence register for the…</a:t>
            </a:r>
            <a:endParaRPr sz="700" b="0" i="0">
              <a:latin typeface="Arial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77240" y="520750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7" y="527151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3175594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39602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 is a formal evidence…</a:t>
            </a:r>
            <a:endParaRPr sz="1000" b="0" i="0">
              <a:latin typeface="Arial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5927063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91071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8678531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42539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documents the evidence register for the…</a:t>
            </a:r>
            <a:endParaRPr sz="700" b="0" i="0">
              <a:latin typeface="Arial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77240" y="566699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7" y="573100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3175594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39602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 applies to vendor-control reviews…</a:t>
            </a:r>
            <a:endParaRPr sz="1000" b="0" i="0">
              <a:latin typeface="Arial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5927063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91071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678531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42539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documents the evidence register for the…</a:t>
            </a:r>
            <a:endParaRPr sz="700" b="0" i="0">
              <a:latin typeface="Arial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06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55193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50764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5076444" cy="12728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34307"/>
            <a:ext cx="5076444" cy="1013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21780" y="2029968"/>
            <a:ext cx="476250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1780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9524" y="2267712"/>
            <a:ext cx="428701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9524" y="2706624"/>
            <a:ext cx="4287012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critical watchouts recorded for this slice.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