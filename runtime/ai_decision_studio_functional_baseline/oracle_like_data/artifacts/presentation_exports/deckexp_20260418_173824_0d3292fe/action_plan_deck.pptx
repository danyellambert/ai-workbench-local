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open actions without a defined owner.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38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38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49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49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49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1130" y="2331720"/>
            <a:ext cx="322541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1130" y="2331720"/>
            <a:ext cx="322541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586" y="2551176"/>
            <a:ext cx="278650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0586" y="2971800"/>
            <a:ext cx="278650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administrators change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586" y="4608576"/>
            <a:ext cx="278650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-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6585" y="2331720"/>
            <a:ext cx="337769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6585" y="2331720"/>
            <a:ext cx="337769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041" y="2551176"/>
            <a:ext cx="293878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6041" y="2971800"/>
            <a:ext cx="293878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6041" y="4608576"/>
            <a:ext cx="29387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3972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170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2680" y="1920240"/>
            <a:ext cx="25907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6688" y="1984248"/>
            <a:ext cx="24627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99200" y="1920240"/>
            <a:ext cx="251968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3208" y="1984248"/>
            <a:ext cx="239166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64599" y="1920240"/>
            <a:ext cx="251968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8607" y="1984248"/>
            <a:ext cx="239166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3972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170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2680" y="2450592"/>
            <a:ext cx="2590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6688" y="2514600"/>
            <a:ext cx="2462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99200" y="2450592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3208" y="2514600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4599" y="2450592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8607" y="2514600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3972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71170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62680" y="3114080"/>
            <a:ext cx="2590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6688" y="3178088"/>
            <a:ext cx="2462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99200" y="3114080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3208" y="3178088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64599" y="3114080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8607" y="3178088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-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-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