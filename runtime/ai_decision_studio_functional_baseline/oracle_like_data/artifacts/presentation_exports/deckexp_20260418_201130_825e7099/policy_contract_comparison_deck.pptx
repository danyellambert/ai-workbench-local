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policy_contract_comparison_deck. Deck family: comparison. Sources: structured_result, document_agent_comparison.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summary consolidated from the product's grounded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Differences and impacts extracted from the document-comparison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decision framing for this slice.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COMPARISON REVIEW OF GROUNDED DOCUMENT DIFFERENCES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12435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Policy / Contract Comparison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551176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comparison review of grounded document differences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47488" cy="19385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The Access Review Evidence Log is a synthetic test document designed to validate access review processes, with control closure dependent on verifying incomplete evidence items such as EV-002 and EV-003, whereas the Privileged Account Approval Email establishes a conditional, governance-driven approval for specific personnel tied to strict usage controls and mandatory revalidation upon staff changes.  
- The Access Review Evidence Log is explicitly synthetic and not real audit evidence, used solely for process testing.  
- Control closure in the Access Review Evidence Log requires verification of missing or in-progress evidence items, unlike the Privileged Account Approval Email’s focus on procedural compliance.  
- The Privileged Account Approval Email mandates revalidation upon personnel changes, emphasizing accountability, while the Access Review Evidence Log does not address personnel changes.  
- The Access Review Evidence Log centers on evidence completeness and provenance verification, whereas the Privileged Account Approval Email emphasizes usage limits, logging, and quarterly reviews.  
- The Access Review Evidence Log involves five evidence items with gaps, while the Privileged Account Approval Email governs two administrators under defined governance terms.  
- The Access Review Evidence Log is a controlled test artifact, while the Privileged Account Approval Email is an operational governance document requiring ongoing compliance.</a:t>
            </a:r>
            <a:endParaRPr sz="11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17336" y="1865376"/>
            <a:ext cx="3866943" cy="31272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17336" y="1865376"/>
            <a:ext cx="38669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36792" y="2084832"/>
            <a:ext cx="34280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36792" y="2414016"/>
            <a:ext cx="3428031" cy="23591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The Access Review Evidence Log is a synthetic test document designed to val…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The Access Review Evidence Log is explicitly synthetic and not real audit e…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Control closure in the Access Review Evidence Log requires verification of…</a:t>
            </a:r>
            <a:endParaRPr sz="10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Compared docs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8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Findings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4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Sources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No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Needs review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06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Comparison findings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35263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22461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Type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175594" y="1920240"/>
            <a:ext cx="270574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39602" y="1984248"/>
            <a:ext cx="257773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Finding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927063" y="1920240"/>
            <a:ext cx="270574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91071" y="1984248"/>
            <a:ext cx="257773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Documents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678531" y="1920240"/>
            <a:ext cx="270574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42539" y="1984248"/>
            <a:ext cx="257773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Evidence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document_summary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175594" y="245059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9602" y="251460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Summary of Access Review Evidence Log.pdf (pdf)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927063" y="245059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91071" y="251460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678531" y="245059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42539" y="251460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203247"/>
                </a:solidFill>
                <a:latin typeface="Arial"/>
              </a:rPr>
              <a:t>The document is explicitly synthetic and intended for testing, not real audit evidence. | Control closure is contingent…</a:t>
            </a:r>
            <a:endParaRPr sz="8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2910078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2974086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document_summary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175594" y="291007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39602" y="297408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Summary of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927063" y="291007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91071" y="297408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678531" y="291007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42539" y="297408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The approval is conditional and tied to procedural compliance rather than open-ended access. | Governance requires expl…</a:t>
            </a:r>
            <a:endParaRPr sz="7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369564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433572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175594" y="336956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39602" y="343357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The Access Review Evidence Log is a synthetic…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927063" y="336956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91071" y="343357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678531" y="336956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42539" y="343357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Access Review Evidence Log is a synthetic, controlled document used to test v…</a:t>
            </a:r>
            <a:endParaRPr sz="700" b="0" i="0">
              <a:latin typeface="Arial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77240" y="3829050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7" y="3893058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auditability_delta</a:t>
            </a:r>
            <a:endParaRPr sz="1000" b="0" i="0">
              <a:latin typeface="Arial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3175594" y="3829050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9602" y="3893058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The Access Review Evidence Log is explicitly synthetic…</a:t>
            </a:r>
            <a:endParaRPr sz="1000" b="0" i="0">
              <a:latin typeface="Arial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5927063" y="3829050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91071" y="3893058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8678531" y="3829050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42539" y="3893058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Access Review Evidence Log is a synthetic, controlled document used to test v…</a:t>
            </a:r>
            <a:endParaRPr sz="700" b="0" i="0">
              <a:latin typeface="Arial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777240" y="4288536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7" y="4352544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3175594" y="4288536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39602" y="4352544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Control closure in the Access Review Evidence Log…</a:t>
            </a:r>
            <a:endParaRPr sz="1000" b="0" i="0">
              <a:latin typeface="Arial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5927063" y="4288536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91071" y="4352544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8678531" y="4288536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42539" y="4352544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Access Review Evidence Log is a synthetic, controlled document used to test v…</a:t>
            </a:r>
            <a:endParaRPr sz="700" b="0" i="0">
              <a:latin typeface="Arial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777240" y="4748022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1247" y="4812030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3175594" y="474802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39602" y="481203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The Privileged Account Approval Email mandates revalidation upon…</a:t>
            </a:r>
            <a:endParaRPr sz="1000" b="0" i="0">
              <a:latin typeface="Arial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5927063" y="474802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91071" y="481203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8678531" y="474802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742539" y="481203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Access Review Evidence Log is a synthetic, controlled document used to test v…</a:t>
            </a:r>
            <a:endParaRPr sz="700" b="0" i="0">
              <a:latin typeface="Arial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777240" y="5207508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1247" y="5271516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3175594" y="520750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39602" y="527151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The Access Review Evidence Log centers on evidence…</a:t>
            </a:r>
            <a:endParaRPr sz="1000" b="0" i="0">
              <a:latin typeface="Arial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5927063" y="520750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91071" y="527151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8678531" y="520750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742539" y="527151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Access Review Evidence Log is a synthetic, controlled document used to test v…</a:t>
            </a:r>
            <a:endParaRPr sz="700" b="0" i="0">
              <a:latin typeface="Arial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777240" y="5666994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41247" y="5731002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3175594" y="566699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39602" y="573100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The Access Review Evidence Log involves five evidence…</a:t>
            </a:r>
            <a:endParaRPr sz="1000" b="0" i="0">
              <a:latin typeface="Arial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5927063" y="566699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991071" y="573100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8678531" y="566699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742539" y="573100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Access Review Evidence Log is a synthetic, controlled document used to test v…</a:t>
            </a:r>
            <a:endParaRPr sz="700" b="0" i="0">
              <a:latin typeface="Arial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06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Recommendation vs watchouts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5551932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5076444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Recommendation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5076444" cy="12728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Open the cited source excerpts to confirm the interpretation before acting.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4034307"/>
            <a:ext cx="5076444" cy="10131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act…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Validate critical differences directly in the compared documents before…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621780" y="2029968"/>
            <a:ext cx="4762500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21780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9524" y="2267712"/>
            <a:ext cx="428701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Watchouts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9524" y="2706624"/>
            <a:ext cx="4287012" cy="1481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No critical watchouts recorded for this slice.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06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2880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acting.</a:t>
            </a:r>
            <a:endParaRPr sz="1400" b="0" i="0"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Validate critical differences directly in the compared documents before consoli…</a:t>
            </a:r>
            <a:endParaRPr sz="14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21309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Open the cited source excerpts to confirm the interpretation before acting.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438559"/>
            <a:ext cx="3511296" cy="1791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4263F"/>
                </a:solidFill>
                <a:latin typeface="Arial"/>
              </a:rPr>
              <a:t>• Validate critical differences directly in the compared documents before consoli…</a:t>
            </a:r>
            <a:endParaRPr sz="14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