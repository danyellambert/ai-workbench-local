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Short executive framing for the backlog state and required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as execution workstreams.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Condensed execution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versus mitigation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525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5 open action(s) remain in the backlog and require owner assignment plus execution sequencing before closure.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2538" y="1865376"/>
            <a:ext cx="387174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2538" y="1865376"/>
            <a:ext cx="387174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50282" y="2103120"/>
            <a:ext cx="339625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50282" y="2432303"/>
            <a:ext cx="339625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5 total actions are tracked in this backlog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There are overdue actions that require immediate reprioritization.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49929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49929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11017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11017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 to the 5 open action(s)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1101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7210" y="2331720"/>
            <a:ext cx="330708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7210" y="2331720"/>
            <a:ext cx="330708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6666" y="2551176"/>
            <a:ext cx="28681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66666" y="2971800"/>
            <a:ext cx="286816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66666" y="4608576"/>
            <a:ext cx="28681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74330" y="2331720"/>
            <a:ext cx="340995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4330" y="2331720"/>
            <a:ext cx="340995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786" y="2551176"/>
            <a:ext cx="297103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Execution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93786" y="2971800"/>
            <a:ext cx="297103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93786" y="4608576"/>
            <a:ext cx="29710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Risk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09159" y="1920240"/>
            <a:ext cx="348881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984248"/>
            <a:ext cx="336079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43695" y="1920240"/>
            <a:ext cx="314058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7703" y="1984248"/>
            <a:ext cx="301256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Negotiate liability cap with vendor legal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09159" y="2450592"/>
            <a:ext cx="34888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514600"/>
            <a:ext cx="33607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43695" y="2450592"/>
            <a:ext cx="31405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7703" y="2514600"/>
            <a:ext cx="30125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In_Progress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Draft SCC Appendix for data residency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09159" y="3114080"/>
            <a:ext cx="34888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3178088"/>
            <a:ext cx="33607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James Park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43695" y="3114080"/>
            <a:ext cx="31405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7703" y="3178088"/>
            <a:ext cx="30125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77569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41577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Define incident response SLOs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709159" y="3777569"/>
            <a:ext cx="34888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841577"/>
            <a:ext cx="33607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Alex Rivera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43695" y="3777569"/>
            <a:ext cx="31405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7703" y="3841577"/>
            <a:ext cx="30125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4441057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505065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Set up auto-renewal calendar alerts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709159" y="4441057"/>
            <a:ext cx="34888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3168" y="4505065"/>
            <a:ext cx="33607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243695" y="4441057"/>
            <a:ext cx="31405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7703" y="4505065"/>
            <a:ext cx="30125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In_Progress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77240" y="5104546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5168554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Reconstruct access-review evidence and obta…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709159" y="5104546"/>
            <a:ext cx="34888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5168554"/>
            <a:ext cx="33607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243695" y="5104546"/>
            <a:ext cx="31405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7703" y="5168554"/>
            <a:ext cx="30125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In_Progress</a:t>
            </a:r>
            <a:endParaRPr sz="1000" b="0" i="0"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63475" y="2084831"/>
            <a:ext cx="7234569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53747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Assign owners to the 5 open action(s)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1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9167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9167" y="2331720"/>
            <a:ext cx="342318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9167" y="2331720"/>
            <a:ext cx="342318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0335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0335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88316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1808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11808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1808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2976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2976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Close the human-review gate before final decision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7126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9577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95772" cy="13013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62806"/>
            <a:ext cx="4595772" cy="984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Overdue actions require reprioritization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41108" y="2029968"/>
            <a:ext cx="5243171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1108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8852" y="2267712"/>
            <a:ext cx="476768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78852" y="2706624"/>
            <a:ext cx="4767683" cy="13267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owners, validate evidence and close the human-review gate before execution.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8852" y="4088205"/>
            <a:ext cx="4767683" cy="9592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Assign owners to the 5 open action(s)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