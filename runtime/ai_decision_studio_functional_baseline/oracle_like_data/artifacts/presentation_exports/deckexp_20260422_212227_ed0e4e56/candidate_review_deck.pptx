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Sarah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Sarah Chen presents as a hiring profile centered on Senior ML Engineer · Transformer architectures, instruction tuning from San Francisco, CA. Grounded evidence suggests about 5.0 year(s) of experience across 3 structured role(s). Top strengths: Technical leadership for small ML teams, mentorship, and cross-functional delivery; Research communication, publication writing, and experiment-driven iteration. Primary watchout: Leadership scope and production depth in large-scale inference environments.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Technical leadership for small ML teams, mentorship, and cross-functional d…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Research communication, publication writing, and experiment-driven iteration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Transformer architectures, instruction tuning, evaluation design, and train…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43262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43262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937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93716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Technical leadership for small ML teams, mentorship, and cross-functi…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937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9908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9908" y="2331720"/>
            <a:ext cx="326716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9364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364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Research communication, publication writing, and experiment-driven it…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364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7114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7114" y="2331720"/>
            <a:ext cx="326716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570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570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Transformer architectures, instruction tuning, evaluation design, and…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570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9104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349104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33264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2297" y="1920240"/>
            <a:ext cx="357687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32297" y="1920240"/>
            <a:ext cx="357687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4593" y="2002536"/>
            <a:ext cx="341227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176" y="1920240"/>
            <a:ext cx="3411103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73176" y="1920240"/>
            <a:ext cx="3411103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5472" y="2002536"/>
            <a:ext cx="324651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87168"/>
            <a:ext cx="3491049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569464"/>
            <a:ext cx="332645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2297" y="2487168"/>
            <a:ext cx="357687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4593" y="2569464"/>
            <a:ext cx="341227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5.0 years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176" y="2487168"/>
            <a:ext cx="3411103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5472" y="2569464"/>
            <a:ext cx="3246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 structured role(s)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127248"/>
            <a:ext cx="3491049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209544"/>
            <a:ext cx="332645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2297" y="3127248"/>
            <a:ext cx="357687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4593" y="3209544"/>
            <a:ext cx="341227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Transformer architectures, instruction tuning, evaluation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176" y="3127248"/>
            <a:ext cx="3411103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5472" y="3209544"/>
            <a:ext cx="3246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22 mapped skill(s)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767328"/>
            <a:ext cx="3491049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849624"/>
            <a:ext cx="332645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2297" y="3767328"/>
            <a:ext cx="357687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4593" y="3849624"/>
            <a:ext cx="341227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176" y="3767328"/>
            <a:ext cx="3411103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5472" y="3849624"/>
            <a:ext cx="3246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54185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2654185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24895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5433" y="1920240"/>
            <a:ext cx="2335742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95433" y="1920240"/>
            <a:ext cx="2335742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7729" y="2002536"/>
            <a:ext cx="217115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5184" y="1920240"/>
            <a:ext cx="2335742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5184" y="1920240"/>
            <a:ext cx="2335742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7480" y="2002536"/>
            <a:ext cx="217115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4935" y="1920240"/>
            <a:ext cx="3089344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4935" y="1920240"/>
            <a:ext cx="3089344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7231" y="2002536"/>
            <a:ext cx="29247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2654185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248959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5433" y="2487168"/>
            <a:ext cx="2335742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7729" y="2569464"/>
            <a:ext cx="217115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5184" y="2487168"/>
            <a:ext cx="2335742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7480" y="2569464"/>
            <a:ext cx="217115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4935" y="2487168"/>
            <a:ext cx="308934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7231" y="2569464"/>
            <a:ext cx="29247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2654185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248959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ML Engineer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5433" y="3127248"/>
            <a:ext cx="2335742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7729" y="3209544"/>
            <a:ext cx="217115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5184" y="3127248"/>
            <a:ext cx="2335742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77480" y="3209544"/>
            <a:ext cx="217115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4935" y="3127248"/>
            <a:ext cx="308934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7231" y="3209544"/>
            <a:ext cx="29247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workflows; supported high-throughput inference…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2654185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49624"/>
            <a:ext cx="248959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Research Engineer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95433" y="3767328"/>
            <a:ext cx="2335742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77729" y="3849624"/>
            <a:ext cx="217115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5184" y="3767328"/>
            <a:ext cx="2335742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77480" y="3849624"/>
            <a:ext cx="217115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94935" y="3767328"/>
            <a:ext cx="308934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7231" y="3849624"/>
            <a:ext cx="29247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experiments, published two peer-reviewed papers on attention mechanisms, and mentored…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7665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8586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41832" y="2249424"/>
            <a:ext cx="1481328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4983" y="2267712"/>
            <a:ext cx="43831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06624"/>
            <a:ext cx="438319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Leadership scope and production depth in large-scale inference environments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8526" y="2029968"/>
            <a:ext cx="54557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85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6270" y="2267712"/>
            <a:ext cx="498026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6270" y="2706624"/>
            <a:ext cx="4980265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6270" y="4059936"/>
            <a:ext cx="498026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leadership scope and production depth in large-scale inference…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leadership scope and production depth in large-scale inference environ…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 in inter…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Validate leadership scope and production depth in large-scale inference environ…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Probe measurable scope, business impact and cross-functional ownership in inter…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