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documents address complementary aspects of access governance: one outlines the evidentiary requirements and gaps in Q1 vendor access reviews, while the other specifies the conditions and oversight mechanisms for privileged account approvals. Together, they reflect a structured but incomplete control environment where procedural compliance must be validated against actual evidence.
- Access Review Evidence Log (EVD-101) documents Q1 2024 vendor-control evidence and identifies gaps requiring resolution.  
- Missing EV-002 approval email must be recovered to close the control.  
- Privileged access is granted conditionally, with defined scope, logging, and quarterly review requirements.  
- Governance mandates vendor confirmation and archival of evidence for audit readiness.  
- Evidence collection is synthetically modeled, limiting direct operational applicability.  
- Control effectiveness depends on reconciling procedural design with actual documented proof.</a:t>
            </a:r>
            <a:endParaRPr sz="12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documents address complementary aspects of access governance: one outli…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(EVD-101) documents Q1 2024 vendor-control evide…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EV-002 approval email must be recovered to close the control.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Control closure depends on verifying provenance of missing or incomplete evidence. | Synthetic nature of the document m…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limited scope and ongoing oversight | Governance requires periodic review and vendor validatio…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documents address complementary aspects of access governance:…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Q1 2024 vendor-control evidenc…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(EVD-101) documents Q1 2024…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Q1 2024 vendor-control evidenc…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EV-002 approval email must be recovered to…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Q1 2024 vendor-control evidenc…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access is granted conditionally, with defined scope,…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Q1 2024 vendor-control evidenc…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Governance mandates vendor confirmation and archival of evidence…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Q1 2024 vendor-control evidenc…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collection is synthetically modeled, limiting direct operational…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Synthetic nature of the document means all parties and events are fictional, limi…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