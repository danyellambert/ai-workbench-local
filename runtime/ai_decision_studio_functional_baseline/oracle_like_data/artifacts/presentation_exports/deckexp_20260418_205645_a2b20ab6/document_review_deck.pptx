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384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2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1126" y="1865376"/>
            <a:ext cx="389315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1126" y="1865376"/>
            <a:ext cx="389315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8870" y="2103120"/>
            <a:ext cx="34176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8870" y="2432303"/>
            <a:ext cx="341766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not be verified in time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16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88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39617" y="1920240"/>
            <a:ext cx="28214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3625" y="1984248"/>
            <a:ext cx="26934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06832" y="1920240"/>
            <a:ext cx="29351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0840" y="1984248"/>
            <a:ext cx="28070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87662" y="1920240"/>
            <a:ext cx="21966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1670" y="1984248"/>
            <a:ext cx="20686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16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88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39617" y="2450592"/>
            <a:ext cx="28214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3625" y="2514600"/>
            <a:ext cx="26934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06832" y="2450592"/>
            <a:ext cx="29351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0840" y="2514600"/>
            <a:ext cx="28070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7662" y="2450592"/>
            <a:ext cx="21966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1670" y="2514600"/>
            <a:ext cx="20686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16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88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39617" y="3114080"/>
            <a:ext cx="28214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3625" y="3178088"/>
            <a:ext cx="26934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not be verified in t…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06832" y="3114080"/>
            <a:ext cx="29351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0840" y="3178088"/>
            <a:ext cx="28070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87662" y="3114080"/>
            <a:ext cx="21966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1670" y="3178088"/>
            <a:ext cx="20686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018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737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24761" y="1920240"/>
            <a:ext cx="24739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8769" y="1984248"/>
            <a:ext cx="23459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44469" y="1920240"/>
            <a:ext cx="23470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8477" y="1984248"/>
            <a:ext cx="22190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37234" y="1920240"/>
            <a:ext cx="23470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01242" y="1984248"/>
            <a:ext cx="22190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3018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737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24761" y="2450592"/>
            <a:ext cx="24739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8769" y="2514600"/>
            <a:ext cx="23459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44469" y="2450592"/>
            <a:ext cx="23470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8477" y="2514600"/>
            <a:ext cx="22190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37234" y="2450592"/>
            <a:ext cx="23470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1242" y="2514600"/>
            <a:ext cx="22190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3018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737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24761" y="3114080"/>
            <a:ext cx="24739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8769" y="3178088"/>
            <a:ext cx="23459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44469" y="3114080"/>
            <a:ext cx="23470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8477" y="3178088"/>
            <a:ext cx="22190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37234" y="3114080"/>
            <a:ext cx="23470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1242" y="3178088"/>
            <a:ext cx="22190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8167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80618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806185" cy="123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95690"/>
            <a:ext cx="4806185" cy="105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1521" y="2029968"/>
            <a:ext cx="503275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152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9265" y="2267712"/>
            <a:ext cx="455727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9265" y="2706624"/>
            <a:ext cx="455727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email-export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email-export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