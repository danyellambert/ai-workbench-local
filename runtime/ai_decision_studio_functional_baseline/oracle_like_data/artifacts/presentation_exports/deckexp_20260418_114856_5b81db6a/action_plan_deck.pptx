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Grounded in the current Action Plan run and cited document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Concise executive framing for the grounded action plan and execution posture.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Priority actions grouped from the current grounded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Use the paired action-detail slide for full task wording and source references.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[EVIDENCE] Source: Privileged Account Approval Email.pdf | Evidence: Please archive this approval with the Q1 access-review evidence pack
[A02] Source: Privileged Account Approval Email.pdf | Evidence: If either named administrator changes, this approval must be revalidated before access is retained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Execution sequence derived from the current action plan items.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Execution blockers and concrete mitigation actions from the current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OPERATIONAL ACTION PLAN GROUNDED IN CURRENT ACTION BACKLOG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Action Plan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240280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Operational action plan grounded in current action backlog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08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12229" cy="1810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2 open action(s) remain in the current plan and now require explicit owner follow-through, evidence closure and sequencing into the next operating review.</a:t>
            </a:r>
            <a:endParaRPr sz="15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09509" y="1865376"/>
            <a:ext cx="3874770" cy="29992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09509" y="1865376"/>
            <a:ext cx="387477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47253" y="2103120"/>
            <a:ext cx="339928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47253" y="2432303"/>
            <a:ext cx="3399282" cy="219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2 total actions are tracked in the current plan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2 action(s) include owner, due date or status context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Use the appendix for full task wording and source traceability.</a:t>
            </a:r>
            <a:endParaRPr sz="11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08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Total actions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Open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0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Overdue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0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Approval required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08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65836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Priority workstreams</a:t>
            </a:r>
            <a:endParaRPr sz="2800" b="1" i="0">
              <a:latin typeface="Arial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77240" y="2331720"/>
            <a:ext cx="3368071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331720"/>
            <a:ext cx="3368071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5" y="2551176"/>
            <a:ext cx="2929159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Priority 1</a:t>
            </a:r>
            <a:endParaRPr sz="1500" b="1" i="0"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96695" y="2971800"/>
            <a:ext cx="2929159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Archive approval email with Q1 access-review evidence p…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4608576"/>
            <a:ext cx="2929159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287"/>
                </a:solidFill>
                <a:latin typeface="Arial"/>
              </a:rPr>
              <a:t>Priya Nair • - • Open</a:t>
            </a:r>
            <a:endParaRPr sz="1000" b="0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465351" y="2331720"/>
            <a:ext cx="3223592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65351" y="2331720"/>
            <a:ext cx="3223592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4807" y="2551176"/>
            <a:ext cx="278468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Priority 2</a:t>
            </a:r>
            <a:endParaRPr sz="15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84807" y="2971800"/>
            <a:ext cx="2784680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Revalidate approval if named administrator changes</a:t>
            </a:r>
            <a:endParaRPr sz="1400" b="0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84807" y="4608576"/>
            <a:ext cx="27846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17287"/>
                </a:solidFill>
                <a:latin typeface="Arial"/>
              </a:rPr>
              <a:t>Priya Nair • - • Open</a:t>
            </a:r>
            <a:endParaRPr sz="1000" b="0" i="0">
              <a:latin typeface="Arial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008984" y="2331720"/>
            <a:ext cx="3375295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8984" y="2331720"/>
            <a:ext cx="3375295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8440" y="2551176"/>
            <a:ext cx="2936383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Evidence posture</a:t>
            </a:r>
            <a:endParaRPr sz="1500" b="1" i="0"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8440" y="2971800"/>
            <a:ext cx="2936383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Backlog requires evidence closure and sequence confirmation before close-out.</a:t>
            </a:r>
            <a:endParaRPr sz="1400" b="0" i="0">
              <a:latin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8440" y="4608576"/>
            <a:ext cx="2936383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17287"/>
                </a:solidFill>
                <a:latin typeface="Arial"/>
              </a:rPr>
              <a:t>Grounded review signal</a:t>
            </a:r>
            <a:endParaRPr sz="1000" b="0" i="0"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08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backlog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822325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69430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Ref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45285" y="1920240"/>
            <a:ext cx="2642984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09293" y="1984248"/>
            <a:ext cx="251496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333989" y="1920240"/>
            <a:ext cx="2502285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97997" y="1984248"/>
            <a:ext cx="237426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Due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881994" y="1920240"/>
            <a:ext cx="2502285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46002" y="1984248"/>
            <a:ext cx="237426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Status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82232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69430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EVIDENCE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645285" y="2450592"/>
            <a:ext cx="264298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9293" y="2514600"/>
            <a:ext cx="251496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Priya Nair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333989" y="2450592"/>
            <a:ext cx="250228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7997" y="2514600"/>
            <a:ext cx="237426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881994" y="2450592"/>
            <a:ext cx="250228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46002" y="2514600"/>
            <a:ext cx="237426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Open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282232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269430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A02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645285" y="3114080"/>
            <a:ext cx="264298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09293" y="3178088"/>
            <a:ext cx="251496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Priya Nair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333989" y="3114080"/>
            <a:ext cx="250228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97997" y="3178088"/>
            <a:ext cx="237426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881994" y="3114080"/>
            <a:ext cx="250228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46002" y="3178088"/>
            <a:ext cx="237426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Open</a:t>
            </a:r>
            <a:endParaRPr sz="1000" b="0" i="0">
              <a:latin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08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details appendix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11392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Full task wording, accountable owner, due date and source traceability.</a:t>
            </a:r>
            <a:endParaRPr sz="1400" b="0" i="0"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3598952"/>
            <a:ext cx="6263640" cy="17960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EVIDENCE — Archive approval email with Q1 access-review evidence p…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Owner: Priya Nair • Due: - • Status: Open • Source: Privileged Account Approval Email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A02 — Revalidate approval if named administrator changes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Owner: Priya Nair • Due: - • Status: Open • Source: Privileged Account Approval Email</a:t>
            </a:r>
            <a:endParaRPr sz="1300" b="0" i="0">
              <a:latin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Full task wording, accountable owner, due date and source traceability.</a:t>
            </a:r>
            <a:endParaRPr sz="13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Owner: Priya Nair • Due: - • Status: Open • Source: Privileged Account Approval Email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A02 — Revalidate approval if named administrator changes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Owner: Priya Nair • Due: - • Status: Open • Source: Privileged Account Approval Email</a:t>
            </a:r>
            <a:endParaRPr sz="1300" b="0" i="0"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08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31520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Execution timeline</a:t>
            </a:r>
            <a:endParaRPr sz="2800" b="1" i="0">
              <a:latin typeface="Arial"/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3423963" y="2084831"/>
            <a:ext cx="5413248" cy="0"/>
          </a:xfrm>
          <a:prstGeom prst="line">
            <a:avLst/>
          </a:prstGeom>
          <a:ln w="1778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3314235" y="1975103"/>
            <a:ext cx="219456" cy="219456"/>
          </a:xfrm>
          <a:prstGeom prst="ellipse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529344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P1</a:t>
            </a:r>
            <a:endParaRPr sz="10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77240" y="2331720"/>
            <a:ext cx="5293446" cy="26517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5293446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532888"/>
            <a:ext cx="489111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63F"/>
                </a:solidFill>
                <a:latin typeface="Arial"/>
              </a:rPr>
              <a:t>Step 1</a:t>
            </a:r>
            <a:endParaRPr sz="1400" b="1" i="0"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78408" y="2916936"/>
            <a:ext cx="4891110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EVIDENCE · Archive approval email with Q1 access-review evidence p…</a:t>
            </a:r>
            <a:endParaRPr sz="1100" b="0" i="0">
              <a:latin typeface="Arial"/>
            </a:endParaRPr>
          </a:p>
        </p:txBody>
      </p:sp>
      <p:sp>
        <p:nvSpPr>
          <p:cNvPr id="10" name="Oval 9"/>
          <p:cNvSpPr/>
          <p:nvPr/>
        </p:nvSpPr>
        <p:spPr>
          <a:xfrm>
            <a:off x="8727483" y="1975103"/>
            <a:ext cx="219456" cy="219456"/>
          </a:xfrm>
          <a:prstGeom prst="ellipse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0142" y="1783080"/>
            <a:ext cx="5094137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P2</a:t>
            </a:r>
            <a:endParaRPr sz="10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290142" y="2331720"/>
            <a:ext cx="5094137" cy="26517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90142" y="2331720"/>
            <a:ext cx="5094137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1310" y="2532888"/>
            <a:ext cx="4691801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63F"/>
                </a:solidFill>
                <a:latin typeface="Arial"/>
              </a:rPr>
              <a:t>Step 2</a:t>
            </a:r>
            <a:endParaRPr sz="1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91310" y="2916936"/>
            <a:ext cx="4691801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A02 · Revalidate approval if named administrator changes</a:t>
            </a:r>
            <a:endParaRPr sz="1100" b="0" i="0"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07 / 08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Blockers vs mitigations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4985178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450969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Blockers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4509690" cy="12443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No major blocker flagged in the current run.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4005872"/>
            <a:ext cx="4509690" cy="10416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EVIDENCE — Archive approval email with Q1 access-review evidence p…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A02 — Revalidate approval if named administrator changes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055026" y="2029968"/>
            <a:ext cx="5329253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55026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2770" y="2267712"/>
            <a:ext cx="4853765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Mitigations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92770" y="2706624"/>
            <a:ext cx="4853765" cy="131417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Execute the named actions in order, close cited evidence gaps and confirm approval dependencies before closure.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292770" y="4075661"/>
            <a:ext cx="4853765" cy="97182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EVIDENCE — Archive approval email with Q1 access-review evidence p…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A02 — Revalidate approval if named administrator changes</a:t>
            </a:r>
            <a:endParaRPr sz="1100" b="0" i="0"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08 / 08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