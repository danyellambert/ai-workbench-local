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13232"/>
            <a:ext cx="106070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Hero-cover stress test with a more editorial treatment of the heading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26364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Operational Review of Benchmarks, Evaluations, Evidence Quality, Human…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825496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Hero-cover stress test with a more editorial treatment of the heading block</a:t>
            </a:r>
            <a:endParaRPr sz="1300" b="0" i="0"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77240" y="3794760"/>
            <a:ext cx="1143000" cy="0"/>
          </a:xfrm>
          <a:prstGeom prst="line">
            <a:avLst/>
          </a:prstGeom>
          <a:ln w="13970">
            <a:solidFill>
              <a:srgbClr val="B0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95935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959352"/>
            <a:ext cx="4892040" cy="4572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4223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This version should look cleaner and more deliberate, not merely compressed enough to avoid collision.</a:t>
            </a:r>
            <a:endParaRPr sz="14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306324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306324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719072"/>
            <a:ext cx="2551176" cy="1585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377325"/>
            <a:ext cx="2551176" cy="1212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hero-cover v4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