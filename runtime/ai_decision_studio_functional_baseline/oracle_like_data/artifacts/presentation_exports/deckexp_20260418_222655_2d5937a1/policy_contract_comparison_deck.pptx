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Access Review Evidence Log and Privileged Account Approval Email reflect distinct but interrelated control mechanisms: one documents evidence gaps in vendor access reviews, while the other governs conditional, time-bound approvals for privileged system access. Both emphasize accountability and compliance, but differ in scope and enforcement triggers.
- The Access Review Evidence Log focuses on validating completed evidence for Q1 2024 vendor controls, with unresolved gaps like EV-002 blocking closure.  
- The Privileged Account Approval Email governs conditional access for specific administrators, requiring ongoing oversight and revalidation upon personnel changes.  
- Evidence gaps in the Access Log are technical and procedural, tied to artifact provenance; approval in the Email hinges on logging compliance and vendor confirmation.  
- Closure of the Access Log depends on full provenance verification, whereas the Email approval requires archival of documentation and quarterly reviews.  
- The Access Log is a retrospective audit artifact; the Email is a proactive, conditional control with lifecycle dependencies.  
- Both rely on documentation archiving but serve different phases: one validates past activity, the other enforces future compliance.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and Privileged Account Approval Email reflec…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focuses on validating completed evidence for…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Privileged Account Approval Email governs conditional access for specif…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gaps, such as EV-002, must be resolved before control closure. | Status tracking ensures accountabili…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approval is conditional and time-bound, requiring ongoing oversight and revalidation upon personnel changes. | Comp…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and Privileged Account…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 record used to test Q1 2024 vendor…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focuses on validating…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 record used to test Q1 2024 vendor…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Privileged Account Approval Email governs conditional access…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EV-002: System owner approval email for privileged vendor accounts — Missing | Pr…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gaps in the Access Log are technical…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 record used to test Q1 2024 vendor…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Closure of the Access Log depends on full…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 record used to test Q1 2024 vendor…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Log is a retrospective audit artifact;…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is a synthetic record used to test Q1 2024 vendor…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