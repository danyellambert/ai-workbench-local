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(EVD-101) documents a completed Q1 2024 vendor-control review with a focus on closing a control by verifying missing evidence, while the Privileged Account Approval Email outlines a conditional, time-bound access approval requiring quarterly recertification and vendor confirmation for ongoing compliance. The former is a synthetic artifact for testing evidence completeness, whereas the latter is a synthetic template for a recurring, review-dependent approval process.
- Access Review Evidence Log (EVD-101) is a synthetic artifact for testing evidence completeness in a completed Q1 2024 review.  
- Privileged Account Approval Email is a synthetic template for a conditional, time-bound access approval requiring quarterly recertification.  
- Evidence Log closure depends on verifying missing evidence; Approval Email hinges on vendor confirmation before each quarter.  
- Evidence Log is tied to a specific completed review; Approval Email is tied to ongoing, quarterly conditional approvals.  
- Evidence Log involves archival of an email-export artifact; Approval Email mandates vendor confirmation of personnel before each quarter.  
- Both documents are explicitly synthetic and intended solely for testing purposes.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documents a completed Q1 2024 vend…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(EVD-101) is a synthetic artifact for testing ev…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Privileged Account Approval Email is a synthetic template for a conditional…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The log is intentionally synthetic and labeled for demo and testing purposes only. | Control closure hinges on verifica…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approval is conditional and tied to quarterly recertification and vendor confirmation, making it time-bound and rev…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documents a…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(EVD-101) is a synthetic…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 is a synthetic template…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closure depends on verifying missing evidence;…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is tied to a specific completed…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involves archival of an email-export artifact;…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a Q1 2024 vendor-con…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