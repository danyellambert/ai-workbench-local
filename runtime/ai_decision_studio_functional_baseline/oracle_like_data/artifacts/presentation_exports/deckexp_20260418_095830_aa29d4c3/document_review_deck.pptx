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3 gap(s) and 3 mitigation action(s) identified. Top risk: Missing evidence blocks control closure Main evidence gap: 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items may delay review completion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archiving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9705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6903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0015" y="1920240"/>
            <a:ext cx="31744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4023" y="1984248"/>
            <a:ext cx="30463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40145" y="1920240"/>
            <a:ext cx="26213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153" y="1984248"/>
            <a:ext cx="24933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07264" y="1920240"/>
            <a:ext cx="21770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1272" y="1984248"/>
            <a:ext cx="20489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20015" y="2450592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4023" y="2514600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40145" y="2450592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153" y="2514600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07264" y="2450592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1272" y="2514600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20015" y="3114080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4023" y="3178088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may delay review completion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40145" y="3114080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153" y="3178088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07264" y="3114080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1272" y="3178088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20015" y="3777569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4023" y="3841577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40145" y="3777569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4153" y="3841577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07264" y="3777569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1272" y="3841577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20015" y="4441057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4023" y="4505065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owner is named for verifying prov…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40145" y="4441057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4153" y="4505065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07264" y="4441057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1272" y="4505065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320015" y="5104546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4023" y="5168554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specific deadline is given for completing…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540145" y="5104546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4153" y="5168554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07264" y="5104546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71272" y="5168554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391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111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62145" y="1920240"/>
            <a:ext cx="24238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6153" y="1984248"/>
            <a:ext cx="22958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31711" y="1920240"/>
            <a:ext cx="22534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95719" y="1984248"/>
            <a:ext cx="2125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30855" y="1920240"/>
            <a:ext cx="22534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4863" y="1984248"/>
            <a:ext cx="2125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2145" y="2450592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6153" y="2514600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31711" y="2450592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5719" y="2514600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30855" y="2450592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863" y="2514600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62145" y="3114080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6153" y="3178088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31711" y="3114080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5719" y="3178088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30855" y="3114080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863" y="3178088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privileged activity log review for Jan-Mar 2024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62145" y="3777569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6153" y="3841577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Security Engineering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831711" y="3777569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5719" y="3841577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30855" y="3777569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4863" y="3841577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0983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3434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34349" cy="123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5690"/>
            <a:ext cx="4634349" cy="105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9685" y="2029968"/>
            <a:ext cx="520459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968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7429" y="2267712"/>
            <a:ext cx="472910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7429" y="2706624"/>
            <a:ext cx="4729106" cy="125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7429" y="4015690"/>
            <a:ext cx="4729106" cy="103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owner is named for verifying provenance of missing evidence…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specific deadline is given for completing the privileged activity lo…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privileged activity log review for Jan-Mar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privileged activity log review for Jan-Mar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