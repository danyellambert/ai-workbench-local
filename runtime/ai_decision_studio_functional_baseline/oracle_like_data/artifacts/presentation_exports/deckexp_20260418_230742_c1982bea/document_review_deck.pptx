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3 gap(s) and 3 mitigation action(s) identified. Top risk: Missing evidence blocks control closure Main evidence gap: 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delay review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archiving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9705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6903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0015" y="1920240"/>
            <a:ext cx="31744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4023" y="1984248"/>
            <a:ext cx="30463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40145" y="1920240"/>
            <a:ext cx="26213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153" y="1984248"/>
            <a:ext cx="24933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07264" y="1920240"/>
            <a:ext cx="217701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1272" y="1984248"/>
            <a:ext cx="204899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20015" y="2450592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4023" y="2514600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40145" y="2450592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153" y="2514600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07264" y="2450592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1272" y="2514600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20015" y="3114080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4023" y="3178088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delay review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40145" y="3114080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153" y="3178088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07264" y="3114080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1272" y="3178088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20015" y="3777569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4023" y="3841577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40145" y="3777569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4153" y="3841577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07264" y="3777569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1272" y="3841577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20015" y="4441057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4023" y="4505065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owner is named for verifying prov…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40145" y="4441057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4153" y="4505065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07264" y="4441057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1272" y="4505065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4970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3690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320015" y="5104546"/>
            <a:ext cx="31744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4023" y="5168554"/>
            <a:ext cx="30463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deadline is stated for completing…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540145" y="5104546"/>
            <a:ext cx="26213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4153" y="5168554"/>
            <a:ext cx="24933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07264" y="5104546"/>
            <a:ext cx="217701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71272" y="5168554"/>
            <a:ext cx="204899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0677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7876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29739" y="1920240"/>
            <a:ext cx="245073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3747" y="1984248"/>
            <a:ext cx="232271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26191" y="1920240"/>
            <a:ext cx="227727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0199" y="1984248"/>
            <a:ext cx="214925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49186" y="1920240"/>
            <a:ext cx="233509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3194" y="1984248"/>
            <a:ext cx="220707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067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787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29739" y="2450592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3747" y="2514600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26191" y="2450592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0199" y="2514600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49186" y="2450592"/>
            <a:ext cx="2335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3194" y="2514600"/>
            <a:ext cx="2207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067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787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29739" y="3114080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3747" y="3178088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26191" y="3114080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0199" y="3178088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49186" y="3114080"/>
            <a:ext cx="2335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3194" y="3178088"/>
            <a:ext cx="2207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067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787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access remediation for dormant accounts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29739" y="3777569"/>
            <a:ext cx="245073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3747" y="3841577"/>
            <a:ext cx="232271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6191" y="3777569"/>
            <a:ext cx="227727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0199" y="3841577"/>
            <a:ext cx="214925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49186" y="3777569"/>
            <a:ext cx="233509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3194" y="3841577"/>
            <a:ext cx="220707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852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097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097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6097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5081" y="2029968"/>
            <a:ext cx="52291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50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2825" y="2267712"/>
            <a:ext cx="47537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2825" y="2706624"/>
            <a:ext cx="4753710" cy="125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92825" y="4015690"/>
            <a:ext cx="4753710" cy="103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owner is named for verifying provenance of missing evidence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deadline is stated for completing access remediation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access remediation for dormant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access remediation for dormant accounts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