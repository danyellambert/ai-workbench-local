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Evidence Pack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Audit / compliance executive handoff grounded in EvidenceOps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3259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Lucas de Souza Ferreira CV: 0 risco(s), 1 lacuna(s) e 0 ação(ões) de mitigação identificada(s).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29879" y="1865376"/>
            <a:ext cx="395440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29879" y="1865376"/>
            <a:ext cx="395440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67623" y="2103120"/>
            <a:ext cx="34789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67623" y="2432303"/>
            <a:ext cx="347891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212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222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 items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823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3423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Unique docs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3091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0290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53878" y="1920240"/>
            <a:ext cx="276404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17886" y="1984248"/>
            <a:ext cx="263602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Title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276404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984248"/>
            <a:ext cx="263602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Description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73401" y="1920240"/>
            <a:ext cx="231087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7409" y="1984248"/>
            <a:ext cx="218286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3091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0290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gap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53878" y="2450592"/>
            <a:ext cx="276404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7886" y="2514600"/>
            <a:ext cx="263602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2450592"/>
            <a:ext cx="276404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14600"/>
            <a:ext cx="263602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73401" y="2450592"/>
            <a:ext cx="231087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7409" y="2514600"/>
            <a:ext cx="218286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status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1654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0374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88448" y="1920240"/>
            <a:ext cx="272232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2456" y="1984248"/>
            <a:ext cx="259431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56494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0502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47663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671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Due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538831" y="1920240"/>
            <a:ext cx="18454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2839" y="1984248"/>
            <a:ext cx="17174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88448" y="2450592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2456" y="2514600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Encaminhe o resultado para revisão humana antes de tomar uma decisão final.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56494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0502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47663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1671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38831" y="2450592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2839" y="2514600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3114080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178088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988448" y="3114080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2456" y="3178088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56494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0502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647663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1671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538831" y="3114080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2839" y="3178088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7240" y="3777569"/>
            <a:ext cx="21654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841577"/>
            <a:ext cx="20374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recommended_action</a:t>
            </a:r>
            <a:endParaRPr sz="9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988448" y="3777569"/>
            <a:ext cx="27223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2456" y="3841577"/>
            <a:ext cx="25943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9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56494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0502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647663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1671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538831" y="3777569"/>
            <a:ext cx="184544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2839" y="3841577"/>
            <a:ext cx="171743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204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4011400"/>
            <a:ext cx="4224527" cy="9995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000" b="0" i="0"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1104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Há ações abertas sem owner definido no action store.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472" y="3917666"/>
            <a:ext cx="4224527" cy="1093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No owner is named for the migration task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Perguntas abertas podem exigir leitura humana adicional quando o documento tiver ambiguidade contextual.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A resposta foi marcada para revisão humana antes de uso decisório.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Abra os trechos-fonte citados para confirmar a interpretação antes de agir.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Encaminhe o resultado para revisão humana antes de tomar uma decisão final.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Abra os trechos-fonte citados para confirmar a interpretação antes de agir.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Encaminhe o resultado para revisão humana antes de tomar uma decisão final.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