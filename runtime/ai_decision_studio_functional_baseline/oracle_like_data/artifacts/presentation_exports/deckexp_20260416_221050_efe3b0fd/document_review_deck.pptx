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50293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Risks, gaps, and red flags in selected documents: 1 risk(s), 1 gap(s) and 1 mitigation action(s) identified. Top risk: Potential rollout delay due to vendor dependency Main evidence gap: No owner is named for the migration task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47573" y="1865376"/>
            <a:ext cx="3836706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7573" y="1865376"/>
            <a:ext cx="383670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85317" y="2103120"/>
            <a:ext cx="33612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85317" y="2432303"/>
            <a:ext cx="336121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Potential rollout delay due to vendor dependency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30669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9389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5950" y="1920240"/>
            <a:ext cx="25223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9958" y="1984248"/>
            <a:ext cx="23943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30669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9389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Potential rollout delay due to vendor depende…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35950" y="2450592"/>
            <a:ext cx="25223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9958" y="2514600"/>
            <a:ext cx="23943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 dependency may delay rollout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30669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9389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35950" y="3114080"/>
            <a:ext cx="25223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9958" y="3178088"/>
            <a:ext cx="23943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94839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8203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71351" y="1920240"/>
            <a:ext cx="255563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35359" y="1984248"/>
            <a:ext cx="242762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72709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6717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01354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5362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9483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8203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71351" y="2450592"/>
            <a:ext cx="255563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359" y="2514600"/>
            <a:ext cx="242762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Platform team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72709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6717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Friday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01354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5362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8766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1217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12176" cy="1203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4922"/>
            <a:ext cx="4612176" cy="1082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Manually review the selected documents before using this response in an…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7512" y="2029968"/>
            <a:ext cx="522676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751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5256" y="2267712"/>
            <a:ext cx="475127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5256" y="2706624"/>
            <a:ext cx="4751279" cy="120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grounded sources available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95256" y="3962736"/>
            <a:ext cx="4751279" cy="1084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Not enough sources were found to fully support the response.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Manually review the selected documents before using this response in an operati…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Forward the result for human review before making a final decision.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Manually review the selected documents before using this response in an operati…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Forward the result for human review before making a final decision.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