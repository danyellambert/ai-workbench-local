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action_plan_deck. Deck family: action_plan. Sources: action_plan_run_current, source:Privileged Account Approval Email.pdf, source:Governance Committee Minutes and Action Items.pdf.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[A01] Source: Grounded workflow evidence
[A02] Source: Grounded workflow evidence
[A03] Source: Grounded workflow evidence
[A04] Source: Grounded workflow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[A05] Source: Grounded workflow evidence
[EVIDENCE] Source: Grounded workflow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25658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5 open action(s) remain in the current plan and should be executed in sequence against grounded evidence.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2938" y="1865376"/>
            <a:ext cx="3861341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2938" y="1865376"/>
            <a:ext cx="386134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0682" y="2103120"/>
            <a:ext cx="338585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0682" y="2432303"/>
            <a:ext cx="3385853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6 total actions are tracked in the current plan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There are overdue actions that require immediate reprioritization.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6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10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7267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7267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337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3376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3376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Maria Santos • Due 2024-03-22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9958" y="2331720"/>
            <a:ext cx="337267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9958" y="2331720"/>
            <a:ext cx="337267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9414" y="2551176"/>
            <a:ext cx="293376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9414" y="2971800"/>
            <a:ext cx="293376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Draft SCC Appendix for data residency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9414" y="4608576"/>
            <a:ext cx="293376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James Park • Due 2024-03-25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62676" y="2331720"/>
            <a:ext cx="3221603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2676" y="2331720"/>
            <a:ext cx="322160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132" y="2551176"/>
            <a:ext cx="2782691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Execution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132" y="2971800"/>
            <a:ext cx="2782691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132" y="4608576"/>
            <a:ext cx="278269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Risk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7892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509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01888" y="1920240"/>
            <a:ext cx="271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5896" y="1984248"/>
            <a:ext cx="258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57925" y="1920240"/>
            <a:ext cx="24588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1933" y="1984248"/>
            <a:ext cx="2330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62534" y="1920240"/>
            <a:ext cx="252174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6542" y="1984248"/>
            <a:ext cx="239372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A01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01888" y="2450592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5896" y="2514600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7925" y="2450592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1933" y="2514600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62534" y="2450592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6542" y="2514600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01888" y="3114080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65896" y="3178088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7925" y="3114080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1933" y="3178088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62534" y="3114080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26542" y="3178088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A03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01888" y="3777569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5896" y="3841577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57925" y="3777569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1933" y="3841577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62534" y="3777569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26542" y="3841577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Done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A04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601888" y="4441057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5896" y="4505065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Alex Rivera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357925" y="4441057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1933" y="4505065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2024-03-28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862534" y="4441057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6542" y="4505065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10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 (2)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0530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7728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8263" y="1920240"/>
            <a:ext cx="255485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2271" y="1984248"/>
            <a:ext cx="242684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28842" y="1920240"/>
            <a:ext cx="248526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2850" y="1984248"/>
            <a:ext cx="235724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59825" y="1920240"/>
            <a:ext cx="262445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833" y="1984248"/>
            <a:ext cx="249643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0530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7728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A05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28263" y="2450592"/>
            <a:ext cx="255485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2271" y="2514600"/>
            <a:ext cx="242684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28842" y="2450592"/>
            <a:ext cx="248526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2850" y="2514600"/>
            <a:ext cx="235724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59825" y="2450592"/>
            <a:ext cx="262445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833" y="2514600"/>
            <a:ext cx="249643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0530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7728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28263" y="3114080"/>
            <a:ext cx="255485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2271" y="3178088"/>
            <a:ext cx="242684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28842" y="3114080"/>
            <a:ext cx="248526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2850" y="3178088"/>
            <a:ext cx="235724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759825" y="3114080"/>
            <a:ext cx="262445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833" y="3178088"/>
            <a:ext cx="249643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[A01] Negotiate liability cap with vendor legal — Owner: Maria Santos — Due: 2024-03-22 — Status: In Progress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[A02] Draft SCC Appendix for data residency — Owner: James Park — Due: 2024-03-25 — Status: Open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[A03] Request revised SLA with 99.95% target — Owner: Maria Santos — Due: 2024-03-20 — Status: Done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[A04] Define incident response SLOs — Owner: Alex Rivera — Due: 2024-03-28 — Status: Open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[A01] Negotiate liability cap with vendor legal — Owner: Maria Santos — Due: 2024-03-22 — Status: In Progress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[A02] Draft SCC Appendix for data residency — Owner: James Park — Due: 2024-03-25 — Status: Open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[A03] Request revised SLA with 99.95% target — Owner: Maria Santos — Due: 2024-03-20 — Status: Done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14263F"/>
                </a:solidFill>
                <a:latin typeface="Arial"/>
              </a:rPr>
              <a:t>• [A04] Define incident response SLOs — Owner: Alex Rivera — Due: 2024-03-28 — Status: Open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[A05] Set up auto-renewal calendar alerts — Owner: Operations — Due: 2024-03-18 — Status: In Progress</a:t>
            </a:r>
            <a:endParaRPr sz="13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[EVIDENCE] Reconstruct access-review evidence and obtain system-owner sign-off — Owner: Priya Nair — Due: 2024-03-18 — Status: In Progress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[A05] Set up auto-renewal calendar alerts — Owner: Operations — Due: 2024-03-18 — Status: In Progress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[EVIDENCE] Reconstruct access-review evidence and obtain system-owner sign-off — Owner: Priya Nair — Due: 2024-03-18 — Status: In Progress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71928" y="2084831"/>
            <a:ext cx="7217664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62200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8937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[A01] Negotiate liability cap with vendor legal — Owner: Maria Santos — Due: 20…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2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6072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6072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6072" y="2331720"/>
            <a:ext cx="338937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7240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87240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[A02] Draft SCC Appendix for data residency — Owner: James Park — Due: 2024-03-…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7986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94904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4904" y="2331720"/>
            <a:ext cx="338937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6072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6072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[A03] Request revised SLA with 99.95% target — Owner: Maria Santos — Due: 2024-…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0492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2943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29439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29439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[A02] Draft SCC Appendix for data residency — Owner: James Park — Due: 2024-03-25 — Status: Open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[A04] Define incident response SLOs — Owner: Alex Rivera — Due: 2024-03-28 — Status: Open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74775" y="2029968"/>
            <a:ext cx="530950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7477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2519" y="2267712"/>
            <a:ext cx="483401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12519" y="2706624"/>
            <a:ext cx="4834016" cy="13064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Execute the named actions in order and confirm the cited evidence as each item closes.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12519" y="4067925"/>
            <a:ext cx="4834016" cy="9795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[A01] Negotiate liability cap with vendor legal — Owner: Maria Santos — Due: 2024-03-22 — Status: In Progress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[A02] Draft SCC Appendix for data residency — Owner: James Park — Due: 2024-03-25 — Status: Open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10 / 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