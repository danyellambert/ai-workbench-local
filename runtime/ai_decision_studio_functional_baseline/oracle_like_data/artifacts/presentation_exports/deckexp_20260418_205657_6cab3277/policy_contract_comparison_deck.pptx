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addresses gaps in control closure by requiring verification of incomplete evidence items, while the Privileged Account Approval Email mandates ongoing governance through scoped access, continuous logging, and quarterly vendor recertification to sustain compliance.
- Access Review Evidence Log requires verification of missing or unverified evidence items to close controls.  
- Privileged Account Approval Email requires quarterly vendor confirmation and recertification of access.  
- Evidence Log focuses on artifact provenance and status tracking; Approval Email emphasizes usage scoping and logging compliance.  
- Evidence Log applies to vendor oversight controls; Approval Email governs privileged access for specific administrators.  
- Evidence Log closure depends on resolving incomplete items; Approval Email requires periodic vendor validation to maintain access.  
- Evidence Log is a control register; Approval Email is a governance directive with enforceable conditions.</a:t>
            </a:r>
            <a:endParaRPr sz="12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addresses gaps in control closure by requiri…</a:t>
            </a:r>
            <a:endParaRPr sz="1000" b="0" i="0">
              <a:latin typeface="Arial"/>
            </a:endParaRPr>
          </a:p>
          <a:p>
            <a:pPr algn="l">
              <a:lnSpc>
                <a:spcPct val="100000"/>
              </a:lnSpc>
              <a:spcAft>
                <a:spcPts val="300"/>
              </a:spcAft>
            </a:pPr>
            <a:r>
              <a:rPr sz="900" b="0" i="0">
                <a:solidFill>
                  <a:srgbClr val="203247"/>
                </a:solidFill>
                <a:latin typeface="Arial"/>
              </a:rPr>
              <a:t>• Access Review Evidence Log requires verification of missing or unverified e…</a:t>
            </a:r>
            <a:endParaRPr sz="1000" b="0" i="0">
              <a:latin typeface="Arial"/>
            </a:endParaRPr>
          </a:p>
          <a:p>
            <a:pPr algn="l">
              <a:lnSpc>
                <a:spcPct val="100000"/>
              </a:lnSpc>
              <a:spcAft>
                <a:spcPts val="300"/>
              </a:spcAft>
            </a:pPr>
            <a:r>
              <a:rPr sz="900" b="0" i="0">
                <a:solidFill>
                  <a:srgbClr val="203247"/>
                </a:solidFill>
                <a:latin typeface="Arial"/>
              </a:rPr>
              <a:t>• Privileged Account Approval Email requires quarterly vendor confirmation an…</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Control closure depends on verification of missing or in-progress evidence items. | Artifact provenance must be confirm…</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strict task scoping and logging compliance | Governance requires periodic vendor validation an…</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addresses gaps in…</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is a synthetic control register for Q1 2024 vendor…</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requires verification of missing…</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is a synthetic control register for Q1 2024 vendor…</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 requires quarterly vendor confirmation…</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is a synthetic control register for Q1 2024 vendor…</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focuses on artifact provenance and status…</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Artifact provenance must be confirmed before evidence can satisfy control require…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applies to vendor oversight controls; Approval…</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is a synthetic control register for Q1 2024 vendor…</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closure depends on resolving incomplete items;…</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is a synthetic control register for Q1 2024 vendor…</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