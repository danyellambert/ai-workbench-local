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Internal Audit Checklist for Northwind Cloud Systems LLC: 1 risk(s), 2 gap(s) and 5 mitigation action(s) identified. Top risk: Control design partially adequate with evidence quality and contract alignment gaps Main evidence gap: No explicit owner assigned to remediation due dates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Control design partially adequate with evidence quality and contract alignm…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No explicit owner assigned to remediation due dates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No specific due dates provided for corrective actions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392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111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62174" y="1920240"/>
            <a:ext cx="316019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6182" y="1984248"/>
            <a:ext cx="303217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68087" y="1920240"/>
            <a:ext cx="25512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32095" y="1984248"/>
            <a:ext cx="24232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65105" y="1920240"/>
            <a:ext cx="221917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9113" y="1984248"/>
            <a:ext cx="209115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392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111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62174" y="2450592"/>
            <a:ext cx="316019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6182" y="2514600"/>
            <a:ext cx="303217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Control design partially adequate with eviden…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68087" y="2450592"/>
            <a:ext cx="25512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2095" y="2514600"/>
            <a:ext cx="24232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Conclusion control design is partially adequate, bu…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65105" y="2450592"/>
            <a:ext cx="22191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9113" y="2514600"/>
            <a:ext cx="20911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392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111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62174" y="3114080"/>
            <a:ext cx="316019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6182" y="3178088"/>
            <a:ext cx="303217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owner assigned to remediation due…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68087" y="3114080"/>
            <a:ext cx="25512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2095" y="3178088"/>
            <a:ext cx="24232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65105" y="3114080"/>
            <a:ext cx="22191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29113" y="3178088"/>
            <a:ext cx="20911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5392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4111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62174" y="3777569"/>
            <a:ext cx="316019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6182" y="3841577"/>
            <a:ext cx="303217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specific due dates provided for corrective…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68087" y="3777569"/>
            <a:ext cx="25512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2095" y="3841577"/>
            <a:ext cx="24232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65105" y="3777569"/>
            <a:ext cx="22191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29113" y="3841577"/>
            <a:ext cx="20911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56536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43734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8320" y="1920240"/>
            <a:ext cx="24712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2328" y="1984248"/>
            <a:ext cx="23432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5297" y="1920240"/>
            <a:ext cx="221663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9305" y="1984248"/>
            <a:ext cx="208861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67648" y="1920240"/>
            <a:ext cx="221663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1656" y="1984248"/>
            <a:ext cx="208861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5653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4373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Remediate missing Appendix C (SCCs) attachment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88320" y="2450592"/>
            <a:ext cx="24712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2328" y="2514600"/>
            <a:ext cx="23432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Internal Audit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05297" y="2450592"/>
            <a:ext cx="22166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9305" y="2514600"/>
            <a:ext cx="20886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67648" y="2450592"/>
            <a:ext cx="22166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1656" y="2514600"/>
            <a:ext cx="20886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5653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4373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Provide privileged access approval evidence for standing vendor admin accounts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88320" y="3114080"/>
            <a:ext cx="24712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2328" y="3178088"/>
            <a:ext cx="23432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Internal Audit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905297" y="3114080"/>
            <a:ext cx="22166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9305" y="3178088"/>
            <a:ext cx="20886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67648" y="3114080"/>
            <a:ext cx="22166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1656" y="3178088"/>
            <a:ext cx="20886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5653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4373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Supply incident‑notification evidence meeting explicit 24‑hour or 48‑hour clause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88320" y="3777569"/>
            <a:ext cx="24712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2328" y="3841577"/>
            <a:ext cx="23432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Internal Audit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905297" y="3777569"/>
            <a:ext cx="22166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9305" y="3841577"/>
            <a:ext cx="20886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67648" y="3777569"/>
            <a:ext cx="22166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1656" y="3841577"/>
            <a:ext cx="20886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35653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34373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Deliver formal notice package for subprocessor change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388320" y="4441057"/>
            <a:ext cx="24712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2328" y="4505065"/>
            <a:ext cx="23432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Internal Audit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905297" y="4441057"/>
            <a:ext cx="22166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9305" y="4505065"/>
            <a:ext cx="20886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167648" y="4441057"/>
            <a:ext cx="22166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1656" y="4505065"/>
            <a:ext cx="20886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5104546"/>
            <a:ext cx="35653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168554"/>
            <a:ext cx="34373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Update SLA to meet 99.95% target or obtain approved exception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388320" y="5104546"/>
            <a:ext cx="24712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2328" y="5168554"/>
            <a:ext cx="23432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Internal Audit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905297" y="5104546"/>
            <a:ext cx="22166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69305" y="5168554"/>
            <a:ext cx="20886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167648" y="5104546"/>
            <a:ext cx="22166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1656" y="5168554"/>
            <a:ext cx="20886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0860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3311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33114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Remediate missing Appendix C (SCCs) attachment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633114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Remediate missing Appendix C (SCCs) attachment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Provide privileged access approval evidence for standing vendor admin a…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8450" y="2029968"/>
            <a:ext cx="5205829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845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6194" y="2267712"/>
            <a:ext cx="473034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6194" y="2706624"/>
            <a:ext cx="4730341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explicit owner assigned to remediation due dates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6194" y="4005872"/>
            <a:ext cx="4730341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specific due dates provided for corrective actions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Remediate missing Appendix C (SCCs) attachment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Provide privileged access approval evidence for standing vendor admin accounts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Supply incident‑notification evidence meeting explicit 24‑hour or 48‑hour clause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Deliver formal notice package for subprocessor change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Remediate missing Appendix C (SCCs) attachment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Provide privileged access approval evidence for standing vendor admin accounts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Supply incident‑notification evidence meeting explicit 24‑hour or 48‑hour clause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Deliver formal notice package for subprocessor change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