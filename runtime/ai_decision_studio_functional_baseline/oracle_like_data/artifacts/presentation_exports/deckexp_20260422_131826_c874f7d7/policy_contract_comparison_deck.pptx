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- The Access Review Evidence Log (EVD-101) documents synthetic evidence artifacts for the Q1 2024 Northwind vendor-control review, with critical gaps (e.g., missing approval email in EV-002) directly blocking control closure and audit sign-off, while the Privileged Account Approval Email establishes a separate, narrowly scoped access control mechanism for two administrators with strict operational and quarterly oversight requirements.  
- The Evidence Log focuses on resolving incomplete evidence to enable audit compliance, whereas the Approval Email enforces ongoing governance through quarterly recertification and vendor confirmation to prevent unauthorized privileged access.  
- The Evidence Log’s synthetic artifacts require explicit provenance tracking to avoid misinterpretation of placeholder data, while the Approval Email’s conditions (e.g., ticketed support scope, break-fix limitations) inherently contain access scope to mitigate risk.  
- Control closure in the Evidence Log is contingent on resolving missing evidence items, whereas the Approval Email’s access is inherently time-bound and requires revalidation for personnel changes, introducing continuous oversight rather than a one-time remediation task.  
- The Evidence Log’s gaps are technical and procedural (e.g., undated/unsigned evidence), while the Approval Email’s risks are operational (e.g., unauthorized use outside defined tasks), demanding different mitigation approaches.  
- The Evidence Log’s synthetic nature necessitates careful documentation to prevent audit misinterpretation, whereas the Approval Email’s conditions are explicitly designed to limit exposure through defined workflows and vendor accountability.  
- Recommendation: Resolve all Evidence Log gaps (e.g., complete EV-002 approval email, clarify EV-003 status) before audit sign-off to avoid control failure, while maintaining the Approval Email’s governance framework as a separate, ongoing control to sustain privileged access oversight.</a:t>
            </a:r>
            <a:endParaRPr sz="8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(EVD-101) documents synthetic evidence artif…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Evidence Log focuses on resolving incomplete evidence to enable audit c…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Evidence Log’s synthetic artifacts require explicit provenance tracking…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Critical evidence gaps (e.g., missing approval email) directly impede control closure and must be resolved before audit…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03247"/>
                </a:solidFill>
                <a:latin typeface="Arial"/>
              </a:rPr>
              <a:t>Access is strictly limited to ticketed support and break-fix tasks, ensuring containment of privileged operations. | Qu…</a:t>
            </a:r>
            <a:endParaRPr sz="8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(EVD-101) documents synthetic…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the evidence register for the…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Evidence Log focuses on resolving incomplete evidence…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the evidence register for the…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Evidence Log’s synthetic artifacts require explicit provenance…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the evidence register for the…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Control closure in the Evidence Log is contingent…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the evidence register for the…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Evidence Log’s gaps are technical and procedural…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Critical evidence gaps (e.g., missing approval email) directly impede control clo…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Evidence Log’s synthetic nature necessitates careful documentation…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serves as the evidence register for the…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