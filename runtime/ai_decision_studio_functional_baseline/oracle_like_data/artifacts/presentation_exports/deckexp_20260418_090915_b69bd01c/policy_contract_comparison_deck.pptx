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documents address distinct compliance controls: one focuses on vendor evidence completeness for a quarterly review, while the other governs privileged access with strict operational and verification requirements. Both emphasize documentation rigor but target different regulatory domains.
- Document 1 concerns a synthetic evidence register for vendor control remediation, requiring resolution of missing items like EV-002 to close the control.  
- Document 2 approves limited privileged access for specific administrators under a pilot, mandating scoping, logging, quarterly reviews, and vendor confirmation.  
- Document 1 is a retrospective compliance artifact; Document 2 is a prospective access authorization with ongoing governance.  
- Document 1 mandates evidence provenance and archival; Document 2 requires continuous logging integration and vendor validation.  
- Document 1 centers on control closure through evidence completeness; Document 2 centers on access governance through periodic recertification.  
- Document 1 applies to vendor management processes; Document 2 applies to internal privileged access management.</a:t>
            </a:r>
            <a:endParaRPr sz="12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documents address distinct compliance controls: one focuses on vendor 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Document 1 concerns a synthetic evidence register for vendor control remedi…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Document 2 approves limited privileged access for specific administrators u…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The synthetic nature of the document indicates it is designed for testing rather than operational use. | Control closur…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Access is conditional on strict task scoping and continuous logging integration. | Quarterly recertification and vendor…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documents address distinct compliance controls: one focuses…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outlines a synthetic evidence register for a Q1 2024 vendor-control…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1 concerns a synthetic evidence register for…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outlines a synthetic evidence register for a Q1 2024 vendor-control…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2 approves limited privileged access for specific…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EV-002 System owner approval email for privileged vendor accounts Operations Dire…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1 is a retrospective compliance artifact; Document…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outlines a synthetic evidence register for a Q1 2024 vendor-control…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1 mandates evidence provenance and archival; Document…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outlines a synthetic evidence register for a Q1 2024 vendor-control…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1 centers on control closure through evidence…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outlines a synthetic evidence register for a Q1 2024 vendor-control…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