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EXTREME COLLISION CHECK TO FORCE TRUNCATION AND SPACING RULES ON THE OPENING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4263F"/>
                </a:solidFill>
                <a:latin typeface="Arial"/>
              </a:rPr>
              <a:t>AI Workbench Local — Executive Deck for…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0370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Extreme collision check to force truncation and spacing rules on the opening slide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227832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This case intentionally pushes the cover title past the safe width so the layout must prefer truncation over overlapping text.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Extreme collision check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