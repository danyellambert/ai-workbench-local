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LONG TITLE IN SPLIT-PANEL LAYOUT TO VALIDATE AUTOMATIC SHRINK AND SAFE SPACING BELOW THE HEADING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4263F"/>
                </a:solidFill>
                <a:latin typeface="Arial"/>
              </a:rPr>
              <a:t>AI Workbench Local — Benchmark &amp; Eval…</a:t>
            </a:r>
            <a:endParaRPr sz="2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03704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17287"/>
                </a:solidFill>
                <a:latin typeface="Arial"/>
              </a:rPr>
              <a:t>Long title in split-panel layout to validate automatic shrink and safe spacing below the heading block</a:t>
            </a:r>
            <a:endParaRPr sz="1300" b="0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8992" y="3227832"/>
            <a:ext cx="539496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The objective of this test is to ensure the subtitle and body stay legible and never collide with a large opening headline.</a:t>
            </a:r>
            <a:endParaRPr sz="1500" b="0" i="0"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Long title split-panel test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