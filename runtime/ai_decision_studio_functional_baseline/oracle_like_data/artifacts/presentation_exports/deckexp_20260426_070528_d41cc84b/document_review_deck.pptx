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Master Service Agreement v4.2 risk and obligation analysis: 3 risk(s), 0 gap(s) and 4 mitigation action(s) identified. Top risk: Uncapped financial exposure for general commercial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Uncapped financial exposure for general commercial claims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Shortened claim window to 12 months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Automatic renewal without explicit 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0401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50401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3394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5258" y="1920240"/>
            <a:ext cx="2765113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5258" y="1920240"/>
            <a:ext cx="2765113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7554" y="2002536"/>
            <a:ext cx="260052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4379" y="1920240"/>
            <a:ext cx="3053362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4379" y="1920240"/>
            <a:ext cx="3053362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675" y="2002536"/>
            <a:ext cx="288877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1749" y="1920240"/>
            <a:ext cx="209253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91749" y="1920240"/>
            <a:ext cx="209253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4045" y="2002536"/>
            <a:ext cx="192793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50401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33941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5258" y="2487168"/>
            <a:ext cx="276511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7554" y="2569464"/>
            <a:ext cx="26005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Uncapped financial exposure for general comme…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4379" y="2487168"/>
            <a:ext cx="3053362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6675" y="2569464"/>
            <a:ext cx="288877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Section 7.3 creates uncapped financial exposure bec…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1749" y="2487168"/>
            <a:ext cx="209253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4045" y="2569464"/>
            <a:ext cx="19279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250401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233941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5258" y="3127248"/>
            <a:ext cx="2765113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7554" y="3209544"/>
            <a:ext cx="26005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Shortened claim window to 12 months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4379" y="3127248"/>
            <a:ext cx="3053362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6675" y="3209544"/>
            <a:ext cx="288877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Section 7.8 shortens the claim window to 12 months,…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1749" y="3127248"/>
            <a:ext cx="209253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4045" y="3209544"/>
            <a:ext cx="19279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250401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233941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5258" y="3767328"/>
            <a:ext cx="2765113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7554" y="3849624"/>
            <a:ext cx="260052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Automatic renewal without explicit consent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4379" y="3767328"/>
            <a:ext cx="3053362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6675" y="3849624"/>
            <a:ext cx="288877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Automatic 12-month renewals unless notice is delive…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1749" y="3767328"/>
            <a:ext cx="209253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4045" y="3849624"/>
            <a:ext cx="19279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84025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484025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3319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273" y="1920240"/>
            <a:ext cx="2208701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5273" y="1920240"/>
            <a:ext cx="2208701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569" y="2002536"/>
            <a:ext cx="204410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97982" y="1920240"/>
            <a:ext cx="2513587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97982" y="1920240"/>
            <a:ext cx="2513587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0278" y="2002536"/>
            <a:ext cx="23489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5578" y="1920240"/>
            <a:ext cx="2208701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75578" y="1920240"/>
            <a:ext cx="2208701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7874" y="2002536"/>
            <a:ext cx="204410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3484025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331943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273" y="2487168"/>
            <a:ext cx="2208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569" y="256946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Legal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97982" y="2487168"/>
            <a:ext cx="2513587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0278" y="2569464"/>
            <a:ext cx="23489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75578" y="2487168"/>
            <a:ext cx="2208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7874" y="256946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3484025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331943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Extend claim limitation period to 24 months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273" y="3127248"/>
            <a:ext cx="2208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569" y="320954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Legal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7982" y="3127248"/>
            <a:ext cx="2513587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0278" y="3209544"/>
            <a:ext cx="23489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Extend claim limitation period to 24 months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5578" y="3127248"/>
            <a:ext cx="2208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7874" y="320954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3484025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331943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Confirm renewal notice procedure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273" y="3767328"/>
            <a:ext cx="2208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569" y="384962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Procurement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97982" y="3767328"/>
            <a:ext cx="2513587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0278" y="3849624"/>
            <a:ext cx="23489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75578" y="3767328"/>
            <a:ext cx="2208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7874" y="384962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407408"/>
            <a:ext cx="3484025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489704"/>
            <a:ext cx="331943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Validate joint IP ownership terms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5273" y="4407408"/>
            <a:ext cx="2208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569" y="448970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Legal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97982" y="4407408"/>
            <a:ext cx="2513587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0278" y="4489704"/>
            <a:ext cx="23489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75578" y="4407408"/>
            <a:ext cx="2208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7874" y="4489704"/>
            <a:ext cx="2044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3189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47564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4756404" cy="121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74144"/>
            <a:ext cx="4756404" cy="1073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Review and negotiate liability cap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Extend claim limitation period to 24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740" y="2029968"/>
            <a:ext cx="508254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74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9484" y="2267712"/>
            <a:ext cx="46070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9484" y="2706624"/>
            <a:ext cx="4607052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Review and negotiate liability cap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Extend claim limitation period to 24 months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Confirm renewal notice procedure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joint IP ownership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Review and negotiate liability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Extend claim limitation period to 24 months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Confirm renewal notice procedure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Validate joint IP ownership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