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[A01] Source: Privileged Account Approval Email.pdf | Evidence: Negotiate liability cap with vendor legal
[GOVERNANCE] Source: Governance Committee Minutes and Action Items.pdf | Evidence: Draft SCC Appendix for data residency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[GOVERNANCE] Source: Governance Committee Minutes and Action Items.pdf | Evidence: Define incident response SLOs
[GOVERNANCE] Source: Governance Committee Minutes and Action Items.pdf | Evidence: Set up auto-renewal calendar alerts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4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4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There are overdue actions that require immediate reprioritization.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4 action(s) include owner, due date or status context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6716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6716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2825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2825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Negotiate liability cap with vendor legal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2825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Maria Santos • 2024-03-22 • In Progress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64445" y="2331720"/>
            <a:ext cx="326716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4445" y="2331720"/>
            <a:ext cx="326716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3901" y="2551176"/>
            <a:ext cx="282825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83901" y="2971800"/>
            <a:ext cx="282825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Draft SCC Appendix for data residency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83901" y="4608576"/>
            <a:ext cx="282825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James Park • 2024-03-25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51651" y="2331720"/>
            <a:ext cx="343262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1651" y="2331720"/>
            <a:ext cx="343262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1107" y="2551176"/>
            <a:ext cx="299371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71107" y="2971800"/>
            <a:ext cx="299371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71107" y="4608576"/>
            <a:ext cx="299371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7892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5091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01888" y="1920240"/>
            <a:ext cx="264745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5896" y="1984248"/>
            <a:ext cx="251944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95068" y="1920240"/>
            <a:ext cx="24588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9076" y="1984248"/>
            <a:ext cx="2330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99677" y="1920240"/>
            <a:ext cx="258460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3685" y="1984248"/>
            <a:ext cx="245658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A01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01888" y="2450592"/>
            <a:ext cx="264745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5896" y="2514600"/>
            <a:ext cx="251944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95068" y="2450592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9076" y="2514600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2024-03-22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99677" y="2450592"/>
            <a:ext cx="25846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3685" y="2514600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GOVERNANCE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01888" y="3114080"/>
            <a:ext cx="264745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65896" y="3178088"/>
            <a:ext cx="251944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95068" y="3114080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076" y="3178088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799677" y="3114080"/>
            <a:ext cx="25846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3685" y="3178088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GOVERNANCE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01888" y="3777569"/>
            <a:ext cx="264745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65896" y="3841577"/>
            <a:ext cx="251944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Alex Rivera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95068" y="3777569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9076" y="3841577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2024-03-28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799677" y="3777569"/>
            <a:ext cx="25846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3685" y="3841577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GOVERNANCE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601888" y="4441057"/>
            <a:ext cx="264745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5896" y="4505065"/>
            <a:ext cx="251944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Operations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295068" y="4441057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9076" y="4505065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799677" y="4441057"/>
            <a:ext cx="25846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3685" y="4505065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09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A01 — Negotiate liability cap with vendor legal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Maria Santos • Due: 2024-03-22 • Status: In Progress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Draft SCC Appendix for data residency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James Park • Due: 2024-03-25 • Status: Open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Maria Santos • Due: 2024-03-22 • Status: In Progress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GOVERNANCE — Draft SCC Appendix for data residency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James Park • Due: 2024-03-25 • Status: Open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GOVERNANCE — Define incident response SLOs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Owner: Alex Rivera • Due: 2024-03-28 • Status: Open • Source: Governance Committee Minutes and Action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GOVERNANCE — Set up auto-renewal calendar alerts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Owner: Operations • Due: 2024-03-18 • Status: In Progress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Owner: Alex Rivera • Due: 2024-03-28 • Status: Open • Source: Governance Committee Minutes and Action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GOVERNANCE — Set up auto-renewal calendar alerts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Owner: Operations • Due: 2024-03-18 • Status: In Progress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88832" y="2084831"/>
            <a:ext cx="7234569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79104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231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2318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A01 · Negotiate liability cap with vendor legal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21746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881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881" y="2331720"/>
            <a:ext cx="34231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9881" y="2331720"/>
            <a:ext cx="342318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1049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21049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GOVERNANCE · Draft SCC Appendix for data residency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613673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2523" y="1783080"/>
            <a:ext cx="33217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62523" y="2331720"/>
            <a:ext cx="332175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2523" y="2331720"/>
            <a:ext cx="33217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3691" y="2532888"/>
            <a:ext cx="29194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63691" y="2916936"/>
            <a:ext cx="291942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GOVERNANCE · Define incident response SLOs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Draft SCC Appendix for data residency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Define incident response SLOs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A01 — Negotiate liability cap with vendor legal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Draft SCC Appendix for data residency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